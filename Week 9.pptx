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10287000" cx="18288000"/>
  <p:notesSz cx="6858000" cy="9144000"/>
  <p:embeddedFontLst>
    <p:embeddedFont>
      <p:font typeface="IBM Plex Sans"/>
      <p:regular r:id="rId17"/>
      <p:bold r:id="rId18"/>
      <p:italic r:id="rId19"/>
      <p:boldItalic r:id="rId20"/>
    </p:embeddedFont>
    <p:embeddedFont>
      <p:font typeface="Roboto"/>
      <p:regular r:id="rId21"/>
      <p:bold r:id="rId22"/>
      <p:italic r:id="rId23"/>
      <p:boldItalic r:id="rId24"/>
    </p:embeddedFont>
    <p:embeddedFont>
      <p:font typeface="Fira Sans Medium"/>
      <p:regular r:id="rId25"/>
      <p:bold r:id="rId26"/>
      <p:italic r:id="rId27"/>
      <p:boldItalic r:id="rId28"/>
    </p:embeddedFont>
    <p:embeddedFont>
      <p:font typeface="Fira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33" roundtripDataSignature="AMtx7mirFdbfgOr6R/lIbfJCZ2J4Qp2X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Sans-boldItalic.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iraSansMedium-bold.fntdata"/><Relationship Id="rId25" Type="http://schemas.openxmlformats.org/officeDocument/2006/relationships/font" Target="fonts/FiraSansMedium-regular.fntdata"/><Relationship Id="rId28" Type="http://schemas.openxmlformats.org/officeDocument/2006/relationships/font" Target="fonts/FiraSansMedium-boldItalic.fntdata"/><Relationship Id="rId27" Type="http://schemas.openxmlformats.org/officeDocument/2006/relationships/font" Target="fonts/FiraSansMedium-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ra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raSans-italic.fntdata"/><Relationship Id="rId30" Type="http://schemas.openxmlformats.org/officeDocument/2006/relationships/font" Target="fonts/FiraSans-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Fira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BMPlexSans-regular.fntdata"/><Relationship Id="rId16" Type="http://schemas.openxmlformats.org/officeDocument/2006/relationships/slide" Target="slides/slide10.xml"/><Relationship Id="rId19" Type="http://schemas.openxmlformats.org/officeDocument/2006/relationships/font" Target="fonts/IBMPlexSans-italic.fntdata"/><Relationship Id="rId18" Type="http://schemas.openxmlformats.org/officeDocument/2006/relationships/font" Target="fonts/IBMPlex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16436ab2f7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116436ab2f7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f3b2d8b1ab_1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f3b2d8b1ab_1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6436ab2f7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116436ab2f7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a411f594e_0_4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11a411f594e_0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35e4ca209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1235e4ca209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35e4ca209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1235e4ca209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235e4ca209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1235e4ca209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23a739379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23a73937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af159959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af15995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g11a411f594e_0_199"/>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g11a411f594e_0_201"/>
          <p:cNvSpPr txBox="1"/>
          <p:nvPr>
            <p:ph type="title"/>
          </p:nvPr>
        </p:nvSpPr>
        <p:spPr>
          <a:xfrm>
            <a:off x="623400" y="4301700"/>
            <a:ext cx="17041200" cy="1683600"/>
          </a:xfrm>
          <a:prstGeom prst="rect">
            <a:avLst/>
          </a:prstGeom>
          <a:noFill/>
          <a:ln>
            <a:noFill/>
          </a:ln>
        </p:spPr>
        <p:txBody>
          <a:bodyPr anchorCtr="0" anchor="ctr" bIns="182850" lIns="182850" spcFirstLastPara="1" rIns="182850" wrap="square" tIns="182850">
            <a:no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sp>
        <p:nvSpPr>
          <p:cNvPr id="88" name="Google Shape;88;g11a411f594e_0_20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9" name="Shape 89"/>
        <p:cNvGrpSpPr/>
        <p:nvPr/>
      </p:nvGrpSpPr>
      <p:grpSpPr>
        <a:xfrm>
          <a:off x="0" y="0"/>
          <a:ext cx="0" cy="0"/>
          <a:chOff x="0" y="0"/>
          <a:chExt cx="0" cy="0"/>
        </a:xfrm>
      </p:grpSpPr>
      <p:sp>
        <p:nvSpPr>
          <p:cNvPr id="90" name="Google Shape;90;g11a411f594e_0_204"/>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91" name="Google Shape;91;g11a411f594e_0_204"/>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3200"/>
              </a:spcBef>
              <a:spcAft>
                <a:spcPts val="0"/>
              </a:spcAft>
              <a:buSzPts val="2800"/>
              <a:buChar char="○"/>
              <a:defRPr/>
            </a:lvl2pPr>
            <a:lvl3pPr indent="-406400" lvl="2" marL="1371600" algn="l">
              <a:lnSpc>
                <a:spcPct val="115000"/>
              </a:lnSpc>
              <a:spcBef>
                <a:spcPts val="3200"/>
              </a:spcBef>
              <a:spcAft>
                <a:spcPts val="0"/>
              </a:spcAft>
              <a:buSzPts val="2800"/>
              <a:buChar char="■"/>
              <a:defRPr/>
            </a:lvl3pPr>
            <a:lvl4pPr indent="-406400" lvl="3" marL="1828800" algn="l">
              <a:lnSpc>
                <a:spcPct val="115000"/>
              </a:lnSpc>
              <a:spcBef>
                <a:spcPts val="3200"/>
              </a:spcBef>
              <a:spcAft>
                <a:spcPts val="0"/>
              </a:spcAft>
              <a:buSzPts val="2800"/>
              <a:buChar char="●"/>
              <a:defRPr/>
            </a:lvl4pPr>
            <a:lvl5pPr indent="-406400" lvl="4" marL="2286000" algn="l">
              <a:lnSpc>
                <a:spcPct val="115000"/>
              </a:lnSpc>
              <a:spcBef>
                <a:spcPts val="3200"/>
              </a:spcBef>
              <a:spcAft>
                <a:spcPts val="0"/>
              </a:spcAft>
              <a:buSzPts val="2800"/>
              <a:buChar char="○"/>
              <a:defRPr/>
            </a:lvl5pPr>
            <a:lvl6pPr indent="-406400" lvl="5" marL="2743200" algn="l">
              <a:lnSpc>
                <a:spcPct val="115000"/>
              </a:lnSpc>
              <a:spcBef>
                <a:spcPts val="3200"/>
              </a:spcBef>
              <a:spcAft>
                <a:spcPts val="0"/>
              </a:spcAft>
              <a:buSzPts val="2800"/>
              <a:buChar char="■"/>
              <a:defRPr/>
            </a:lvl6pPr>
            <a:lvl7pPr indent="-406400" lvl="6" marL="3200400" algn="l">
              <a:lnSpc>
                <a:spcPct val="115000"/>
              </a:lnSpc>
              <a:spcBef>
                <a:spcPts val="3200"/>
              </a:spcBef>
              <a:spcAft>
                <a:spcPts val="0"/>
              </a:spcAft>
              <a:buSzPts val="2800"/>
              <a:buChar char="●"/>
              <a:defRPr/>
            </a:lvl7pPr>
            <a:lvl8pPr indent="-406400" lvl="7" marL="3657600" algn="l">
              <a:lnSpc>
                <a:spcPct val="115000"/>
              </a:lnSpc>
              <a:spcBef>
                <a:spcPts val="3200"/>
              </a:spcBef>
              <a:spcAft>
                <a:spcPts val="0"/>
              </a:spcAft>
              <a:buSzPts val="2800"/>
              <a:buChar char="○"/>
              <a:defRPr/>
            </a:lvl8pPr>
            <a:lvl9pPr indent="-406400" lvl="8" marL="4114800" algn="l">
              <a:lnSpc>
                <a:spcPct val="115000"/>
              </a:lnSpc>
              <a:spcBef>
                <a:spcPts val="3200"/>
              </a:spcBef>
              <a:spcAft>
                <a:spcPts val="3200"/>
              </a:spcAft>
              <a:buSzPts val="2800"/>
              <a:buChar char="■"/>
              <a:defRPr/>
            </a:lvl9pPr>
          </a:lstStyle>
          <a:p/>
        </p:txBody>
      </p:sp>
      <p:sp>
        <p:nvSpPr>
          <p:cNvPr id="92" name="Google Shape;92;g11a411f594e_0_204"/>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sp>
        <p:nvSpPr>
          <p:cNvPr id="94" name="Google Shape;94;g11a411f594e_0_208"/>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95" name="Google Shape;95;g11a411f594e_0_208"/>
          <p:cNvSpPr txBox="1"/>
          <p:nvPr>
            <p:ph idx="1" type="body"/>
          </p:nvPr>
        </p:nvSpPr>
        <p:spPr>
          <a:xfrm>
            <a:off x="623400" y="2304950"/>
            <a:ext cx="7999800" cy="6832800"/>
          </a:xfrm>
          <a:prstGeom prst="rect">
            <a:avLst/>
          </a:prstGeom>
          <a:noFill/>
          <a:ln>
            <a:noFill/>
          </a:ln>
        </p:spPr>
        <p:txBody>
          <a:bodyPr anchorCtr="0" anchor="t" bIns="182850" lIns="182850" spcFirstLastPara="1" rIns="182850" wrap="square" tIns="182850">
            <a:noAutofit/>
          </a:bodyPr>
          <a:lstStyle>
            <a:lvl1pPr indent="-406400" lvl="0" marL="457200" algn="l">
              <a:lnSpc>
                <a:spcPct val="115000"/>
              </a:lnSpc>
              <a:spcBef>
                <a:spcPts val="0"/>
              </a:spcBef>
              <a:spcAft>
                <a:spcPts val="0"/>
              </a:spcAft>
              <a:buSzPts val="2800"/>
              <a:buChar char="●"/>
              <a:defRPr sz="2800"/>
            </a:lvl1pPr>
            <a:lvl2pPr indent="-381000" lvl="1" marL="914400" algn="l">
              <a:lnSpc>
                <a:spcPct val="115000"/>
              </a:lnSpc>
              <a:spcBef>
                <a:spcPts val="3200"/>
              </a:spcBef>
              <a:spcAft>
                <a:spcPts val="0"/>
              </a:spcAft>
              <a:buSzPts val="2400"/>
              <a:buChar char="○"/>
              <a:defRPr sz="2400"/>
            </a:lvl2pPr>
            <a:lvl3pPr indent="-381000" lvl="2" marL="1371600" algn="l">
              <a:lnSpc>
                <a:spcPct val="115000"/>
              </a:lnSpc>
              <a:spcBef>
                <a:spcPts val="3200"/>
              </a:spcBef>
              <a:spcAft>
                <a:spcPts val="0"/>
              </a:spcAft>
              <a:buSzPts val="2400"/>
              <a:buChar char="■"/>
              <a:defRPr sz="2400"/>
            </a:lvl3pPr>
            <a:lvl4pPr indent="-381000" lvl="3" marL="1828800" algn="l">
              <a:lnSpc>
                <a:spcPct val="115000"/>
              </a:lnSpc>
              <a:spcBef>
                <a:spcPts val="3200"/>
              </a:spcBef>
              <a:spcAft>
                <a:spcPts val="0"/>
              </a:spcAft>
              <a:buSzPts val="2400"/>
              <a:buChar char="●"/>
              <a:defRPr sz="2400"/>
            </a:lvl4pPr>
            <a:lvl5pPr indent="-381000" lvl="4" marL="2286000" algn="l">
              <a:lnSpc>
                <a:spcPct val="115000"/>
              </a:lnSpc>
              <a:spcBef>
                <a:spcPts val="3200"/>
              </a:spcBef>
              <a:spcAft>
                <a:spcPts val="0"/>
              </a:spcAft>
              <a:buSzPts val="2400"/>
              <a:buChar char="○"/>
              <a:defRPr sz="2400"/>
            </a:lvl5pPr>
            <a:lvl6pPr indent="-381000" lvl="5" marL="2743200" algn="l">
              <a:lnSpc>
                <a:spcPct val="115000"/>
              </a:lnSpc>
              <a:spcBef>
                <a:spcPts val="3200"/>
              </a:spcBef>
              <a:spcAft>
                <a:spcPts val="0"/>
              </a:spcAft>
              <a:buSzPts val="2400"/>
              <a:buChar char="■"/>
              <a:defRPr sz="2400"/>
            </a:lvl6pPr>
            <a:lvl7pPr indent="-381000" lvl="6" marL="3200400" algn="l">
              <a:lnSpc>
                <a:spcPct val="115000"/>
              </a:lnSpc>
              <a:spcBef>
                <a:spcPts val="3200"/>
              </a:spcBef>
              <a:spcAft>
                <a:spcPts val="0"/>
              </a:spcAft>
              <a:buSzPts val="2400"/>
              <a:buChar char="●"/>
              <a:defRPr sz="2400"/>
            </a:lvl7pPr>
            <a:lvl8pPr indent="-381000" lvl="7" marL="3657600" algn="l">
              <a:lnSpc>
                <a:spcPct val="115000"/>
              </a:lnSpc>
              <a:spcBef>
                <a:spcPts val="3200"/>
              </a:spcBef>
              <a:spcAft>
                <a:spcPts val="0"/>
              </a:spcAft>
              <a:buSzPts val="2400"/>
              <a:buChar char="○"/>
              <a:defRPr sz="2400"/>
            </a:lvl8pPr>
            <a:lvl9pPr indent="-381000" lvl="8" marL="4114800" algn="l">
              <a:lnSpc>
                <a:spcPct val="115000"/>
              </a:lnSpc>
              <a:spcBef>
                <a:spcPts val="3200"/>
              </a:spcBef>
              <a:spcAft>
                <a:spcPts val="3200"/>
              </a:spcAft>
              <a:buSzPts val="2400"/>
              <a:buChar char="■"/>
              <a:defRPr sz="2400"/>
            </a:lvl9pPr>
          </a:lstStyle>
          <a:p/>
        </p:txBody>
      </p:sp>
      <p:sp>
        <p:nvSpPr>
          <p:cNvPr id="96" name="Google Shape;96;g11a411f594e_0_208"/>
          <p:cNvSpPr txBox="1"/>
          <p:nvPr>
            <p:ph idx="2" type="body"/>
          </p:nvPr>
        </p:nvSpPr>
        <p:spPr>
          <a:xfrm>
            <a:off x="9664800" y="2304950"/>
            <a:ext cx="7999800" cy="6832800"/>
          </a:xfrm>
          <a:prstGeom prst="rect">
            <a:avLst/>
          </a:prstGeom>
          <a:noFill/>
          <a:ln>
            <a:noFill/>
          </a:ln>
        </p:spPr>
        <p:txBody>
          <a:bodyPr anchorCtr="0" anchor="t" bIns="182850" lIns="182850" spcFirstLastPara="1" rIns="182850" wrap="square" tIns="182850">
            <a:noAutofit/>
          </a:bodyPr>
          <a:lstStyle>
            <a:lvl1pPr indent="-406400" lvl="0" marL="457200" algn="l">
              <a:lnSpc>
                <a:spcPct val="115000"/>
              </a:lnSpc>
              <a:spcBef>
                <a:spcPts val="0"/>
              </a:spcBef>
              <a:spcAft>
                <a:spcPts val="0"/>
              </a:spcAft>
              <a:buSzPts val="2800"/>
              <a:buChar char="●"/>
              <a:defRPr sz="2800"/>
            </a:lvl1pPr>
            <a:lvl2pPr indent="-381000" lvl="1" marL="914400" algn="l">
              <a:lnSpc>
                <a:spcPct val="115000"/>
              </a:lnSpc>
              <a:spcBef>
                <a:spcPts val="3200"/>
              </a:spcBef>
              <a:spcAft>
                <a:spcPts val="0"/>
              </a:spcAft>
              <a:buSzPts val="2400"/>
              <a:buChar char="○"/>
              <a:defRPr sz="2400"/>
            </a:lvl2pPr>
            <a:lvl3pPr indent="-381000" lvl="2" marL="1371600" algn="l">
              <a:lnSpc>
                <a:spcPct val="115000"/>
              </a:lnSpc>
              <a:spcBef>
                <a:spcPts val="3200"/>
              </a:spcBef>
              <a:spcAft>
                <a:spcPts val="0"/>
              </a:spcAft>
              <a:buSzPts val="2400"/>
              <a:buChar char="■"/>
              <a:defRPr sz="2400"/>
            </a:lvl3pPr>
            <a:lvl4pPr indent="-381000" lvl="3" marL="1828800" algn="l">
              <a:lnSpc>
                <a:spcPct val="115000"/>
              </a:lnSpc>
              <a:spcBef>
                <a:spcPts val="3200"/>
              </a:spcBef>
              <a:spcAft>
                <a:spcPts val="0"/>
              </a:spcAft>
              <a:buSzPts val="2400"/>
              <a:buChar char="●"/>
              <a:defRPr sz="2400"/>
            </a:lvl4pPr>
            <a:lvl5pPr indent="-381000" lvl="4" marL="2286000" algn="l">
              <a:lnSpc>
                <a:spcPct val="115000"/>
              </a:lnSpc>
              <a:spcBef>
                <a:spcPts val="3200"/>
              </a:spcBef>
              <a:spcAft>
                <a:spcPts val="0"/>
              </a:spcAft>
              <a:buSzPts val="2400"/>
              <a:buChar char="○"/>
              <a:defRPr sz="2400"/>
            </a:lvl5pPr>
            <a:lvl6pPr indent="-381000" lvl="5" marL="2743200" algn="l">
              <a:lnSpc>
                <a:spcPct val="115000"/>
              </a:lnSpc>
              <a:spcBef>
                <a:spcPts val="3200"/>
              </a:spcBef>
              <a:spcAft>
                <a:spcPts val="0"/>
              </a:spcAft>
              <a:buSzPts val="2400"/>
              <a:buChar char="■"/>
              <a:defRPr sz="2400"/>
            </a:lvl6pPr>
            <a:lvl7pPr indent="-381000" lvl="6" marL="3200400" algn="l">
              <a:lnSpc>
                <a:spcPct val="115000"/>
              </a:lnSpc>
              <a:spcBef>
                <a:spcPts val="3200"/>
              </a:spcBef>
              <a:spcAft>
                <a:spcPts val="0"/>
              </a:spcAft>
              <a:buSzPts val="2400"/>
              <a:buChar char="●"/>
              <a:defRPr sz="2400"/>
            </a:lvl7pPr>
            <a:lvl8pPr indent="-381000" lvl="7" marL="3657600" algn="l">
              <a:lnSpc>
                <a:spcPct val="115000"/>
              </a:lnSpc>
              <a:spcBef>
                <a:spcPts val="3200"/>
              </a:spcBef>
              <a:spcAft>
                <a:spcPts val="0"/>
              </a:spcAft>
              <a:buSzPts val="2400"/>
              <a:buChar char="○"/>
              <a:defRPr sz="2400"/>
            </a:lvl8pPr>
            <a:lvl9pPr indent="-381000" lvl="8" marL="4114800" algn="l">
              <a:lnSpc>
                <a:spcPct val="115000"/>
              </a:lnSpc>
              <a:spcBef>
                <a:spcPts val="3200"/>
              </a:spcBef>
              <a:spcAft>
                <a:spcPts val="3200"/>
              </a:spcAft>
              <a:buSzPts val="2400"/>
              <a:buChar char="■"/>
              <a:defRPr sz="2400"/>
            </a:lvl9pPr>
          </a:lstStyle>
          <a:p/>
        </p:txBody>
      </p:sp>
      <p:sp>
        <p:nvSpPr>
          <p:cNvPr id="97" name="Google Shape;97;g11a411f594e_0_208"/>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g11a411f594e_0_213"/>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00" name="Google Shape;100;g11a411f594e_0_21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 name="Shape 101"/>
        <p:cNvGrpSpPr/>
        <p:nvPr/>
      </p:nvGrpSpPr>
      <p:grpSpPr>
        <a:xfrm>
          <a:off x="0" y="0"/>
          <a:ext cx="0" cy="0"/>
          <a:chOff x="0" y="0"/>
          <a:chExt cx="0" cy="0"/>
        </a:xfrm>
      </p:grpSpPr>
      <p:sp>
        <p:nvSpPr>
          <p:cNvPr id="102" name="Google Shape;102;g11a411f594e_0_216"/>
          <p:cNvSpPr txBox="1"/>
          <p:nvPr>
            <p:ph type="title"/>
          </p:nvPr>
        </p:nvSpPr>
        <p:spPr>
          <a:xfrm>
            <a:off x="623400" y="1111200"/>
            <a:ext cx="5616000" cy="1511400"/>
          </a:xfrm>
          <a:prstGeom prst="rect">
            <a:avLst/>
          </a:prstGeom>
          <a:noFill/>
          <a:ln>
            <a:noFill/>
          </a:ln>
        </p:spPr>
        <p:txBody>
          <a:bodyPr anchorCtr="0" anchor="b" bIns="182850" lIns="182850" spcFirstLastPara="1" rIns="182850" wrap="square" tIns="18285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3" name="Google Shape;103;g11a411f594e_0_216"/>
          <p:cNvSpPr txBox="1"/>
          <p:nvPr>
            <p:ph idx="1" type="body"/>
          </p:nvPr>
        </p:nvSpPr>
        <p:spPr>
          <a:xfrm>
            <a:off x="623400" y="2779200"/>
            <a:ext cx="5616000" cy="6358800"/>
          </a:xfrm>
          <a:prstGeom prst="rect">
            <a:avLst/>
          </a:prstGeom>
          <a:noFill/>
          <a:ln>
            <a:noFill/>
          </a:ln>
        </p:spPr>
        <p:txBody>
          <a:bodyPr anchorCtr="0" anchor="t" bIns="182850" lIns="182850" spcFirstLastPara="1" rIns="182850" wrap="square" tIns="182850">
            <a:noAutofit/>
          </a:bodyPr>
          <a:lstStyle>
            <a:lvl1pPr indent="-381000" lvl="0" marL="457200" algn="l">
              <a:lnSpc>
                <a:spcPct val="115000"/>
              </a:lnSpc>
              <a:spcBef>
                <a:spcPts val="0"/>
              </a:spcBef>
              <a:spcAft>
                <a:spcPts val="0"/>
              </a:spcAft>
              <a:buSzPts val="2400"/>
              <a:buChar char="●"/>
              <a:defRPr sz="2400"/>
            </a:lvl1pPr>
            <a:lvl2pPr indent="-381000" lvl="1" marL="914400" algn="l">
              <a:lnSpc>
                <a:spcPct val="115000"/>
              </a:lnSpc>
              <a:spcBef>
                <a:spcPts val="3200"/>
              </a:spcBef>
              <a:spcAft>
                <a:spcPts val="0"/>
              </a:spcAft>
              <a:buSzPts val="2400"/>
              <a:buChar char="○"/>
              <a:defRPr sz="2400"/>
            </a:lvl2pPr>
            <a:lvl3pPr indent="-381000" lvl="2" marL="1371600" algn="l">
              <a:lnSpc>
                <a:spcPct val="115000"/>
              </a:lnSpc>
              <a:spcBef>
                <a:spcPts val="3200"/>
              </a:spcBef>
              <a:spcAft>
                <a:spcPts val="0"/>
              </a:spcAft>
              <a:buSzPts val="2400"/>
              <a:buChar char="■"/>
              <a:defRPr sz="2400"/>
            </a:lvl3pPr>
            <a:lvl4pPr indent="-381000" lvl="3" marL="1828800" algn="l">
              <a:lnSpc>
                <a:spcPct val="115000"/>
              </a:lnSpc>
              <a:spcBef>
                <a:spcPts val="3200"/>
              </a:spcBef>
              <a:spcAft>
                <a:spcPts val="0"/>
              </a:spcAft>
              <a:buSzPts val="2400"/>
              <a:buChar char="●"/>
              <a:defRPr sz="2400"/>
            </a:lvl4pPr>
            <a:lvl5pPr indent="-381000" lvl="4" marL="2286000" algn="l">
              <a:lnSpc>
                <a:spcPct val="115000"/>
              </a:lnSpc>
              <a:spcBef>
                <a:spcPts val="3200"/>
              </a:spcBef>
              <a:spcAft>
                <a:spcPts val="0"/>
              </a:spcAft>
              <a:buSzPts val="2400"/>
              <a:buChar char="○"/>
              <a:defRPr sz="2400"/>
            </a:lvl5pPr>
            <a:lvl6pPr indent="-381000" lvl="5" marL="2743200" algn="l">
              <a:lnSpc>
                <a:spcPct val="115000"/>
              </a:lnSpc>
              <a:spcBef>
                <a:spcPts val="3200"/>
              </a:spcBef>
              <a:spcAft>
                <a:spcPts val="0"/>
              </a:spcAft>
              <a:buSzPts val="2400"/>
              <a:buChar char="■"/>
              <a:defRPr sz="2400"/>
            </a:lvl6pPr>
            <a:lvl7pPr indent="-381000" lvl="6" marL="3200400" algn="l">
              <a:lnSpc>
                <a:spcPct val="115000"/>
              </a:lnSpc>
              <a:spcBef>
                <a:spcPts val="3200"/>
              </a:spcBef>
              <a:spcAft>
                <a:spcPts val="0"/>
              </a:spcAft>
              <a:buSzPts val="2400"/>
              <a:buChar char="●"/>
              <a:defRPr sz="2400"/>
            </a:lvl7pPr>
            <a:lvl8pPr indent="-381000" lvl="7" marL="3657600" algn="l">
              <a:lnSpc>
                <a:spcPct val="115000"/>
              </a:lnSpc>
              <a:spcBef>
                <a:spcPts val="3200"/>
              </a:spcBef>
              <a:spcAft>
                <a:spcPts val="0"/>
              </a:spcAft>
              <a:buSzPts val="2400"/>
              <a:buChar char="○"/>
              <a:defRPr sz="2400"/>
            </a:lvl8pPr>
            <a:lvl9pPr indent="-381000" lvl="8" marL="4114800" algn="l">
              <a:lnSpc>
                <a:spcPct val="115000"/>
              </a:lnSpc>
              <a:spcBef>
                <a:spcPts val="3200"/>
              </a:spcBef>
              <a:spcAft>
                <a:spcPts val="3200"/>
              </a:spcAft>
              <a:buSzPts val="2400"/>
              <a:buChar char="■"/>
              <a:defRPr sz="2400"/>
            </a:lvl9pPr>
          </a:lstStyle>
          <a:p/>
        </p:txBody>
      </p:sp>
      <p:sp>
        <p:nvSpPr>
          <p:cNvPr id="104" name="Google Shape;104;g11a411f594e_0_21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sp>
        <p:nvSpPr>
          <p:cNvPr id="106" name="Google Shape;106;g11a411f594e_0_220"/>
          <p:cNvSpPr txBox="1"/>
          <p:nvPr>
            <p:ph type="title"/>
          </p:nvPr>
        </p:nvSpPr>
        <p:spPr>
          <a:xfrm>
            <a:off x="980500" y="900300"/>
            <a:ext cx="12735600" cy="8181600"/>
          </a:xfrm>
          <a:prstGeom prst="rect">
            <a:avLst/>
          </a:prstGeom>
          <a:noFill/>
          <a:ln>
            <a:noFill/>
          </a:ln>
        </p:spPr>
        <p:txBody>
          <a:bodyPr anchorCtr="0" anchor="ctr" bIns="182850" lIns="182850" spcFirstLastPara="1" rIns="182850" wrap="square" tIns="182850">
            <a:no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p:txBody>
      </p:sp>
      <p:sp>
        <p:nvSpPr>
          <p:cNvPr id="107" name="Google Shape;107;g11a411f594e_0_220"/>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g11a411f594e_0_223"/>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0" name="Google Shape;110;g11a411f594e_0_223"/>
          <p:cNvSpPr txBox="1"/>
          <p:nvPr>
            <p:ph type="title"/>
          </p:nvPr>
        </p:nvSpPr>
        <p:spPr>
          <a:xfrm>
            <a:off x="531000" y="2466350"/>
            <a:ext cx="8090400" cy="2964600"/>
          </a:xfrm>
          <a:prstGeom prst="rect">
            <a:avLst/>
          </a:prstGeom>
          <a:noFill/>
          <a:ln>
            <a:noFill/>
          </a:ln>
        </p:spPr>
        <p:txBody>
          <a:bodyPr anchorCtr="0" anchor="b" bIns="182850" lIns="182850" spcFirstLastPara="1" rIns="182850" wrap="square" tIns="182850">
            <a:noAutofit/>
          </a:bodyPr>
          <a:lstStyle>
            <a:lvl1pPr lvl="0" algn="ctr">
              <a:lnSpc>
                <a:spcPct val="100000"/>
              </a:lnSpc>
              <a:spcBef>
                <a:spcPts val="0"/>
              </a:spcBef>
              <a:spcAft>
                <a:spcPts val="0"/>
              </a:spcAft>
              <a:buSzPts val="8400"/>
              <a:buNone/>
              <a:defRPr sz="8400"/>
            </a:lvl1pPr>
            <a:lvl2pPr lvl="1" algn="ctr">
              <a:lnSpc>
                <a:spcPct val="100000"/>
              </a:lnSpc>
              <a:spcBef>
                <a:spcPts val="0"/>
              </a:spcBef>
              <a:spcAft>
                <a:spcPts val="0"/>
              </a:spcAft>
              <a:buSzPts val="8400"/>
              <a:buNone/>
              <a:defRPr sz="8400"/>
            </a:lvl2pPr>
            <a:lvl3pPr lvl="2" algn="ctr">
              <a:lnSpc>
                <a:spcPct val="100000"/>
              </a:lnSpc>
              <a:spcBef>
                <a:spcPts val="0"/>
              </a:spcBef>
              <a:spcAft>
                <a:spcPts val="0"/>
              </a:spcAft>
              <a:buSzPts val="8400"/>
              <a:buNone/>
              <a:defRPr sz="8400"/>
            </a:lvl3pPr>
            <a:lvl4pPr lvl="3" algn="ctr">
              <a:lnSpc>
                <a:spcPct val="100000"/>
              </a:lnSpc>
              <a:spcBef>
                <a:spcPts val="0"/>
              </a:spcBef>
              <a:spcAft>
                <a:spcPts val="0"/>
              </a:spcAft>
              <a:buSzPts val="8400"/>
              <a:buNone/>
              <a:defRPr sz="8400"/>
            </a:lvl4pPr>
            <a:lvl5pPr lvl="4" algn="ctr">
              <a:lnSpc>
                <a:spcPct val="100000"/>
              </a:lnSpc>
              <a:spcBef>
                <a:spcPts val="0"/>
              </a:spcBef>
              <a:spcAft>
                <a:spcPts val="0"/>
              </a:spcAft>
              <a:buSzPts val="8400"/>
              <a:buNone/>
              <a:defRPr sz="8400"/>
            </a:lvl5pPr>
            <a:lvl6pPr lvl="5" algn="ctr">
              <a:lnSpc>
                <a:spcPct val="100000"/>
              </a:lnSpc>
              <a:spcBef>
                <a:spcPts val="0"/>
              </a:spcBef>
              <a:spcAft>
                <a:spcPts val="0"/>
              </a:spcAft>
              <a:buSzPts val="8400"/>
              <a:buNone/>
              <a:defRPr sz="8400"/>
            </a:lvl6pPr>
            <a:lvl7pPr lvl="6" algn="ctr">
              <a:lnSpc>
                <a:spcPct val="100000"/>
              </a:lnSpc>
              <a:spcBef>
                <a:spcPts val="0"/>
              </a:spcBef>
              <a:spcAft>
                <a:spcPts val="0"/>
              </a:spcAft>
              <a:buSzPts val="8400"/>
              <a:buNone/>
              <a:defRPr sz="8400"/>
            </a:lvl7pPr>
            <a:lvl8pPr lvl="7" algn="ctr">
              <a:lnSpc>
                <a:spcPct val="100000"/>
              </a:lnSpc>
              <a:spcBef>
                <a:spcPts val="0"/>
              </a:spcBef>
              <a:spcAft>
                <a:spcPts val="0"/>
              </a:spcAft>
              <a:buSzPts val="8400"/>
              <a:buNone/>
              <a:defRPr sz="8400"/>
            </a:lvl8pPr>
            <a:lvl9pPr lvl="8" algn="ctr">
              <a:lnSpc>
                <a:spcPct val="100000"/>
              </a:lnSpc>
              <a:spcBef>
                <a:spcPts val="0"/>
              </a:spcBef>
              <a:spcAft>
                <a:spcPts val="0"/>
              </a:spcAft>
              <a:buSzPts val="8400"/>
              <a:buNone/>
              <a:defRPr sz="8400"/>
            </a:lvl9pPr>
          </a:lstStyle>
          <a:p/>
        </p:txBody>
      </p:sp>
      <p:sp>
        <p:nvSpPr>
          <p:cNvPr id="111" name="Google Shape;111;g11a411f594e_0_223"/>
          <p:cNvSpPr txBox="1"/>
          <p:nvPr>
            <p:ph idx="1" type="subTitle"/>
          </p:nvPr>
        </p:nvSpPr>
        <p:spPr>
          <a:xfrm>
            <a:off x="531000" y="5606150"/>
            <a:ext cx="8090400" cy="2470200"/>
          </a:xfrm>
          <a:prstGeom prst="rect">
            <a:avLst/>
          </a:prstGeom>
          <a:noFill/>
          <a:ln>
            <a:noFill/>
          </a:ln>
        </p:spPr>
        <p:txBody>
          <a:bodyPr anchorCtr="0" anchor="t" bIns="182850" lIns="182850" spcFirstLastPara="1" rIns="182850" wrap="square" tIns="18285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2" name="Google Shape;112;g11a411f594e_0_223"/>
          <p:cNvSpPr txBox="1"/>
          <p:nvPr>
            <p:ph idx="2" type="body"/>
          </p:nvPr>
        </p:nvSpPr>
        <p:spPr>
          <a:xfrm>
            <a:off x="9879000" y="1448150"/>
            <a:ext cx="7674000" cy="7390200"/>
          </a:xfrm>
          <a:prstGeom prst="rect">
            <a:avLst/>
          </a:prstGeom>
          <a:noFill/>
          <a:ln>
            <a:noFill/>
          </a:ln>
        </p:spPr>
        <p:txBody>
          <a:bodyPr anchorCtr="0" anchor="ctr" bIns="182850" lIns="182850" spcFirstLastPara="1" rIns="182850" wrap="square" tIns="182850">
            <a:no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3200"/>
              </a:spcBef>
              <a:spcAft>
                <a:spcPts val="0"/>
              </a:spcAft>
              <a:buSzPts val="2800"/>
              <a:buChar char="○"/>
              <a:defRPr/>
            </a:lvl2pPr>
            <a:lvl3pPr indent="-406400" lvl="2" marL="1371600" algn="l">
              <a:lnSpc>
                <a:spcPct val="115000"/>
              </a:lnSpc>
              <a:spcBef>
                <a:spcPts val="3200"/>
              </a:spcBef>
              <a:spcAft>
                <a:spcPts val="0"/>
              </a:spcAft>
              <a:buSzPts val="2800"/>
              <a:buChar char="■"/>
              <a:defRPr/>
            </a:lvl3pPr>
            <a:lvl4pPr indent="-406400" lvl="3" marL="1828800" algn="l">
              <a:lnSpc>
                <a:spcPct val="115000"/>
              </a:lnSpc>
              <a:spcBef>
                <a:spcPts val="3200"/>
              </a:spcBef>
              <a:spcAft>
                <a:spcPts val="0"/>
              </a:spcAft>
              <a:buSzPts val="2800"/>
              <a:buChar char="●"/>
              <a:defRPr/>
            </a:lvl4pPr>
            <a:lvl5pPr indent="-406400" lvl="4" marL="2286000" algn="l">
              <a:lnSpc>
                <a:spcPct val="115000"/>
              </a:lnSpc>
              <a:spcBef>
                <a:spcPts val="3200"/>
              </a:spcBef>
              <a:spcAft>
                <a:spcPts val="0"/>
              </a:spcAft>
              <a:buSzPts val="2800"/>
              <a:buChar char="○"/>
              <a:defRPr/>
            </a:lvl5pPr>
            <a:lvl6pPr indent="-406400" lvl="5" marL="2743200" algn="l">
              <a:lnSpc>
                <a:spcPct val="115000"/>
              </a:lnSpc>
              <a:spcBef>
                <a:spcPts val="3200"/>
              </a:spcBef>
              <a:spcAft>
                <a:spcPts val="0"/>
              </a:spcAft>
              <a:buSzPts val="2800"/>
              <a:buChar char="■"/>
              <a:defRPr/>
            </a:lvl6pPr>
            <a:lvl7pPr indent="-406400" lvl="6" marL="3200400" algn="l">
              <a:lnSpc>
                <a:spcPct val="115000"/>
              </a:lnSpc>
              <a:spcBef>
                <a:spcPts val="3200"/>
              </a:spcBef>
              <a:spcAft>
                <a:spcPts val="0"/>
              </a:spcAft>
              <a:buSzPts val="2800"/>
              <a:buChar char="●"/>
              <a:defRPr/>
            </a:lvl7pPr>
            <a:lvl8pPr indent="-406400" lvl="7" marL="3657600" algn="l">
              <a:lnSpc>
                <a:spcPct val="115000"/>
              </a:lnSpc>
              <a:spcBef>
                <a:spcPts val="3200"/>
              </a:spcBef>
              <a:spcAft>
                <a:spcPts val="0"/>
              </a:spcAft>
              <a:buSzPts val="2800"/>
              <a:buChar char="○"/>
              <a:defRPr/>
            </a:lvl8pPr>
            <a:lvl9pPr indent="-406400" lvl="8" marL="4114800" algn="l">
              <a:lnSpc>
                <a:spcPct val="115000"/>
              </a:lnSpc>
              <a:spcBef>
                <a:spcPts val="3200"/>
              </a:spcBef>
              <a:spcAft>
                <a:spcPts val="3200"/>
              </a:spcAft>
              <a:buSzPts val="2800"/>
              <a:buChar char="■"/>
              <a:defRPr/>
            </a:lvl9pPr>
          </a:lstStyle>
          <a:p/>
        </p:txBody>
      </p:sp>
      <p:sp>
        <p:nvSpPr>
          <p:cNvPr id="113" name="Google Shape;113;g11a411f594e_0_22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4" name="Shape 114"/>
        <p:cNvGrpSpPr/>
        <p:nvPr/>
      </p:nvGrpSpPr>
      <p:grpSpPr>
        <a:xfrm>
          <a:off x="0" y="0"/>
          <a:ext cx="0" cy="0"/>
          <a:chOff x="0" y="0"/>
          <a:chExt cx="0" cy="0"/>
        </a:xfrm>
      </p:grpSpPr>
      <p:sp>
        <p:nvSpPr>
          <p:cNvPr id="115" name="Google Shape;115;g11a411f594e_0_229"/>
          <p:cNvSpPr txBox="1"/>
          <p:nvPr>
            <p:ph idx="1" type="body"/>
          </p:nvPr>
        </p:nvSpPr>
        <p:spPr>
          <a:xfrm>
            <a:off x="623400" y="8461150"/>
            <a:ext cx="11997600" cy="1210200"/>
          </a:xfrm>
          <a:prstGeom prst="rect">
            <a:avLst/>
          </a:prstGeom>
          <a:noFill/>
          <a:ln>
            <a:noFill/>
          </a:ln>
        </p:spPr>
        <p:txBody>
          <a:bodyPr anchorCtr="0" anchor="ctr" bIns="182850" lIns="182850" spcFirstLastPara="1" rIns="182850" wrap="square" tIns="182850">
            <a:noAutofit/>
          </a:bodyPr>
          <a:lstStyle>
            <a:lvl1pPr indent="-228600" lvl="0" marL="457200" algn="l">
              <a:lnSpc>
                <a:spcPct val="100000"/>
              </a:lnSpc>
              <a:spcBef>
                <a:spcPts val="0"/>
              </a:spcBef>
              <a:spcAft>
                <a:spcPts val="0"/>
              </a:spcAft>
              <a:buSzPts val="3600"/>
              <a:buNone/>
              <a:defRPr/>
            </a:lvl1pPr>
          </a:lstStyle>
          <a:p/>
        </p:txBody>
      </p:sp>
      <p:sp>
        <p:nvSpPr>
          <p:cNvPr id="116" name="Google Shape;116;g11a411f594e_0_229"/>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7" name="Shape 117"/>
        <p:cNvGrpSpPr/>
        <p:nvPr/>
      </p:nvGrpSpPr>
      <p:grpSpPr>
        <a:xfrm>
          <a:off x="0" y="0"/>
          <a:ext cx="0" cy="0"/>
          <a:chOff x="0" y="0"/>
          <a:chExt cx="0" cy="0"/>
        </a:xfrm>
      </p:grpSpPr>
      <p:sp>
        <p:nvSpPr>
          <p:cNvPr id="118" name="Google Shape;118;g11a411f594e_0_232"/>
          <p:cNvSpPr txBox="1"/>
          <p:nvPr>
            <p:ph hasCustomPrompt="1" type="title"/>
          </p:nvPr>
        </p:nvSpPr>
        <p:spPr>
          <a:xfrm>
            <a:off x="623400" y="2212250"/>
            <a:ext cx="17041200" cy="3927000"/>
          </a:xfrm>
          <a:prstGeom prst="rect">
            <a:avLst/>
          </a:prstGeom>
          <a:noFill/>
          <a:ln>
            <a:noFill/>
          </a:ln>
        </p:spPr>
        <p:txBody>
          <a:bodyPr anchorCtr="0" anchor="b" bIns="182850" lIns="182850" spcFirstLastPara="1" rIns="182850" wrap="square" tIns="182850">
            <a:noAutofit/>
          </a:bodyPr>
          <a:lstStyle>
            <a:lvl1pPr lvl="0" algn="ctr">
              <a:lnSpc>
                <a:spcPct val="100000"/>
              </a:lnSpc>
              <a:spcBef>
                <a:spcPts val="0"/>
              </a:spcBef>
              <a:spcAft>
                <a:spcPts val="0"/>
              </a:spcAft>
              <a:buSzPts val="24000"/>
              <a:buNone/>
              <a:defRPr sz="24000"/>
            </a:lvl1pPr>
            <a:lvl2pPr lvl="1" algn="ctr">
              <a:lnSpc>
                <a:spcPct val="100000"/>
              </a:lnSpc>
              <a:spcBef>
                <a:spcPts val="0"/>
              </a:spcBef>
              <a:spcAft>
                <a:spcPts val="0"/>
              </a:spcAft>
              <a:buSzPts val="24000"/>
              <a:buNone/>
              <a:defRPr sz="24000"/>
            </a:lvl2pPr>
            <a:lvl3pPr lvl="2" algn="ctr">
              <a:lnSpc>
                <a:spcPct val="100000"/>
              </a:lnSpc>
              <a:spcBef>
                <a:spcPts val="0"/>
              </a:spcBef>
              <a:spcAft>
                <a:spcPts val="0"/>
              </a:spcAft>
              <a:buSzPts val="24000"/>
              <a:buNone/>
              <a:defRPr sz="24000"/>
            </a:lvl3pPr>
            <a:lvl4pPr lvl="3" algn="ctr">
              <a:lnSpc>
                <a:spcPct val="100000"/>
              </a:lnSpc>
              <a:spcBef>
                <a:spcPts val="0"/>
              </a:spcBef>
              <a:spcAft>
                <a:spcPts val="0"/>
              </a:spcAft>
              <a:buSzPts val="24000"/>
              <a:buNone/>
              <a:defRPr sz="24000"/>
            </a:lvl4pPr>
            <a:lvl5pPr lvl="4" algn="ctr">
              <a:lnSpc>
                <a:spcPct val="100000"/>
              </a:lnSpc>
              <a:spcBef>
                <a:spcPts val="0"/>
              </a:spcBef>
              <a:spcAft>
                <a:spcPts val="0"/>
              </a:spcAft>
              <a:buSzPts val="24000"/>
              <a:buNone/>
              <a:defRPr sz="24000"/>
            </a:lvl5pPr>
            <a:lvl6pPr lvl="5" algn="ctr">
              <a:lnSpc>
                <a:spcPct val="100000"/>
              </a:lnSpc>
              <a:spcBef>
                <a:spcPts val="0"/>
              </a:spcBef>
              <a:spcAft>
                <a:spcPts val="0"/>
              </a:spcAft>
              <a:buSzPts val="24000"/>
              <a:buNone/>
              <a:defRPr sz="24000"/>
            </a:lvl6pPr>
            <a:lvl7pPr lvl="6" algn="ctr">
              <a:lnSpc>
                <a:spcPct val="100000"/>
              </a:lnSpc>
              <a:spcBef>
                <a:spcPts val="0"/>
              </a:spcBef>
              <a:spcAft>
                <a:spcPts val="0"/>
              </a:spcAft>
              <a:buSzPts val="24000"/>
              <a:buNone/>
              <a:defRPr sz="24000"/>
            </a:lvl7pPr>
            <a:lvl8pPr lvl="7" algn="ctr">
              <a:lnSpc>
                <a:spcPct val="100000"/>
              </a:lnSpc>
              <a:spcBef>
                <a:spcPts val="0"/>
              </a:spcBef>
              <a:spcAft>
                <a:spcPts val="0"/>
              </a:spcAft>
              <a:buSzPts val="24000"/>
              <a:buNone/>
              <a:defRPr sz="24000"/>
            </a:lvl8pPr>
            <a:lvl9pPr lvl="8" algn="ctr">
              <a:lnSpc>
                <a:spcPct val="100000"/>
              </a:lnSpc>
              <a:spcBef>
                <a:spcPts val="0"/>
              </a:spcBef>
              <a:spcAft>
                <a:spcPts val="0"/>
              </a:spcAft>
              <a:buSzPts val="24000"/>
              <a:buNone/>
              <a:defRPr sz="24000"/>
            </a:lvl9pPr>
          </a:lstStyle>
          <a:p>
            <a:r>
              <a:t>xx%</a:t>
            </a:r>
          </a:p>
        </p:txBody>
      </p:sp>
      <p:sp>
        <p:nvSpPr>
          <p:cNvPr id="119" name="Google Shape;119;g11a411f594e_0_232"/>
          <p:cNvSpPr txBox="1"/>
          <p:nvPr>
            <p:ph idx="1" type="body"/>
          </p:nvPr>
        </p:nvSpPr>
        <p:spPr>
          <a:xfrm>
            <a:off x="623400" y="6304450"/>
            <a:ext cx="17041200" cy="2601600"/>
          </a:xfrm>
          <a:prstGeom prst="rect">
            <a:avLst/>
          </a:prstGeom>
          <a:noFill/>
          <a:ln>
            <a:noFill/>
          </a:ln>
        </p:spPr>
        <p:txBody>
          <a:bodyPr anchorCtr="0" anchor="t" bIns="182850" lIns="182850" spcFirstLastPara="1" rIns="182850" wrap="square" tIns="182850">
            <a:noAutofit/>
          </a:bodyPr>
          <a:lstStyle>
            <a:lvl1pPr indent="-457200" lvl="0" marL="457200" algn="ctr">
              <a:lnSpc>
                <a:spcPct val="115000"/>
              </a:lnSpc>
              <a:spcBef>
                <a:spcPts val="0"/>
              </a:spcBef>
              <a:spcAft>
                <a:spcPts val="0"/>
              </a:spcAft>
              <a:buSzPts val="3600"/>
              <a:buChar char="●"/>
              <a:defRPr/>
            </a:lvl1pPr>
            <a:lvl2pPr indent="-406400" lvl="1" marL="914400" algn="ctr">
              <a:lnSpc>
                <a:spcPct val="115000"/>
              </a:lnSpc>
              <a:spcBef>
                <a:spcPts val="3200"/>
              </a:spcBef>
              <a:spcAft>
                <a:spcPts val="0"/>
              </a:spcAft>
              <a:buSzPts val="2800"/>
              <a:buChar char="○"/>
              <a:defRPr/>
            </a:lvl2pPr>
            <a:lvl3pPr indent="-406400" lvl="2" marL="1371600" algn="ctr">
              <a:lnSpc>
                <a:spcPct val="115000"/>
              </a:lnSpc>
              <a:spcBef>
                <a:spcPts val="3200"/>
              </a:spcBef>
              <a:spcAft>
                <a:spcPts val="0"/>
              </a:spcAft>
              <a:buSzPts val="2800"/>
              <a:buChar char="■"/>
              <a:defRPr/>
            </a:lvl3pPr>
            <a:lvl4pPr indent="-406400" lvl="3" marL="1828800" algn="ctr">
              <a:lnSpc>
                <a:spcPct val="115000"/>
              </a:lnSpc>
              <a:spcBef>
                <a:spcPts val="3200"/>
              </a:spcBef>
              <a:spcAft>
                <a:spcPts val="0"/>
              </a:spcAft>
              <a:buSzPts val="2800"/>
              <a:buChar char="●"/>
              <a:defRPr/>
            </a:lvl4pPr>
            <a:lvl5pPr indent="-406400" lvl="4" marL="2286000" algn="ctr">
              <a:lnSpc>
                <a:spcPct val="115000"/>
              </a:lnSpc>
              <a:spcBef>
                <a:spcPts val="3200"/>
              </a:spcBef>
              <a:spcAft>
                <a:spcPts val="0"/>
              </a:spcAft>
              <a:buSzPts val="2800"/>
              <a:buChar char="○"/>
              <a:defRPr/>
            </a:lvl5pPr>
            <a:lvl6pPr indent="-406400" lvl="5" marL="2743200" algn="ctr">
              <a:lnSpc>
                <a:spcPct val="115000"/>
              </a:lnSpc>
              <a:spcBef>
                <a:spcPts val="3200"/>
              </a:spcBef>
              <a:spcAft>
                <a:spcPts val="0"/>
              </a:spcAft>
              <a:buSzPts val="2800"/>
              <a:buChar char="■"/>
              <a:defRPr/>
            </a:lvl6pPr>
            <a:lvl7pPr indent="-406400" lvl="6" marL="3200400" algn="ctr">
              <a:lnSpc>
                <a:spcPct val="115000"/>
              </a:lnSpc>
              <a:spcBef>
                <a:spcPts val="3200"/>
              </a:spcBef>
              <a:spcAft>
                <a:spcPts val="0"/>
              </a:spcAft>
              <a:buSzPts val="2800"/>
              <a:buChar char="●"/>
              <a:defRPr/>
            </a:lvl7pPr>
            <a:lvl8pPr indent="-406400" lvl="7" marL="3657600" algn="ctr">
              <a:lnSpc>
                <a:spcPct val="115000"/>
              </a:lnSpc>
              <a:spcBef>
                <a:spcPts val="3200"/>
              </a:spcBef>
              <a:spcAft>
                <a:spcPts val="0"/>
              </a:spcAft>
              <a:buSzPts val="2800"/>
              <a:buChar char="○"/>
              <a:defRPr/>
            </a:lvl8pPr>
            <a:lvl9pPr indent="-406400" lvl="8" marL="4114800" algn="ctr">
              <a:lnSpc>
                <a:spcPct val="115000"/>
              </a:lnSpc>
              <a:spcBef>
                <a:spcPts val="3200"/>
              </a:spcBef>
              <a:spcAft>
                <a:spcPts val="3200"/>
              </a:spcAft>
              <a:buSzPts val="2800"/>
              <a:buChar char="■"/>
              <a:defRPr/>
            </a:lvl9pPr>
          </a:lstStyle>
          <a:p/>
        </p:txBody>
      </p:sp>
      <p:sp>
        <p:nvSpPr>
          <p:cNvPr id="120" name="Google Shape;120;g11a411f594e_0_232"/>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2.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g11a411f594e_0_195"/>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Autofit/>
          </a:bodyPr>
          <a:lstStyle>
            <a:lvl1pPr lvl="0"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5600"/>
              <a:buFont typeface="Arial"/>
              <a:buNone/>
              <a:defRPr b="0" i="0" sz="5600" u="none" cap="none" strike="noStrike">
                <a:solidFill>
                  <a:schemeClr val="dk1"/>
                </a:solidFill>
                <a:latin typeface="Arial"/>
                <a:ea typeface="Arial"/>
                <a:cs typeface="Arial"/>
                <a:sym typeface="Arial"/>
              </a:defRPr>
            </a:lvl9pPr>
          </a:lstStyle>
          <a:p/>
        </p:txBody>
      </p:sp>
      <p:sp>
        <p:nvSpPr>
          <p:cNvPr id="82" name="Google Shape;82;g11a411f594e_0_195"/>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Autofit/>
          </a:bodyPr>
          <a:lstStyle>
            <a:lvl1pPr indent="-457200" lvl="0" marL="457200" marR="0" rtl="0" algn="l">
              <a:lnSpc>
                <a:spcPct val="115000"/>
              </a:lnSpc>
              <a:spcBef>
                <a:spcPts val="0"/>
              </a:spcBef>
              <a:spcAft>
                <a:spcPts val="0"/>
              </a:spcAft>
              <a:buClr>
                <a:schemeClr val="dk2"/>
              </a:buClr>
              <a:buSzPts val="3600"/>
              <a:buFont typeface="Arial"/>
              <a:buChar char="●"/>
              <a:defRPr b="0" i="0" sz="3600" u="none" cap="none" strike="noStrike">
                <a:solidFill>
                  <a:schemeClr val="dk2"/>
                </a:solidFill>
                <a:latin typeface="Arial"/>
                <a:ea typeface="Arial"/>
                <a:cs typeface="Arial"/>
                <a:sym typeface="Arial"/>
              </a:defRPr>
            </a:lvl1pPr>
            <a:lvl2pPr indent="-406400" lvl="1" marL="914400" marR="0" rtl="0" algn="l">
              <a:lnSpc>
                <a:spcPct val="115000"/>
              </a:lnSpc>
              <a:spcBef>
                <a:spcPts val="320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2pPr>
            <a:lvl3pPr indent="-406400" lvl="2" marL="1371600" marR="0" rtl="0" algn="l">
              <a:lnSpc>
                <a:spcPct val="115000"/>
              </a:lnSpc>
              <a:spcBef>
                <a:spcPts val="320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3pPr>
            <a:lvl4pPr indent="-406400" lvl="3" marL="1828800" marR="0" rtl="0" algn="l">
              <a:lnSpc>
                <a:spcPct val="115000"/>
              </a:lnSpc>
              <a:spcBef>
                <a:spcPts val="320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4pPr>
            <a:lvl5pPr indent="-406400" lvl="4" marL="2286000" marR="0" rtl="0" algn="l">
              <a:lnSpc>
                <a:spcPct val="115000"/>
              </a:lnSpc>
              <a:spcBef>
                <a:spcPts val="320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5pPr>
            <a:lvl6pPr indent="-406400" lvl="5" marL="2743200" marR="0" rtl="0" algn="l">
              <a:lnSpc>
                <a:spcPct val="115000"/>
              </a:lnSpc>
              <a:spcBef>
                <a:spcPts val="320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6pPr>
            <a:lvl7pPr indent="-406400" lvl="6" marL="3200400" marR="0" rtl="0" algn="l">
              <a:lnSpc>
                <a:spcPct val="115000"/>
              </a:lnSpc>
              <a:spcBef>
                <a:spcPts val="320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7pPr>
            <a:lvl8pPr indent="-406400" lvl="7" marL="3657600" marR="0" rtl="0" algn="l">
              <a:lnSpc>
                <a:spcPct val="115000"/>
              </a:lnSpc>
              <a:spcBef>
                <a:spcPts val="320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8pPr>
            <a:lvl9pPr indent="-406400" lvl="8" marL="4114800" marR="0" rtl="0" algn="l">
              <a:lnSpc>
                <a:spcPct val="115000"/>
              </a:lnSpc>
              <a:spcBef>
                <a:spcPts val="3200"/>
              </a:spcBef>
              <a:spcAft>
                <a:spcPts val="3200"/>
              </a:spcAft>
              <a:buClr>
                <a:schemeClr val="dk2"/>
              </a:buClr>
              <a:buSzPts val="2800"/>
              <a:buFont typeface="Arial"/>
              <a:buChar char="■"/>
              <a:defRPr b="0" i="0" sz="2800" u="none" cap="none" strike="noStrike">
                <a:solidFill>
                  <a:schemeClr val="dk2"/>
                </a:solidFill>
                <a:latin typeface="Arial"/>
                <a:ea typeface="Arial"/>
                <a:cs typeface="Arial"/>
                <a:sym typeface="Arial"/>
              </a:defRPr>
            </a:lvl9pPr>
          </a:lstStyle>
          <a:p/>
        </p:txBody>
      </p:sp>
      <p:sp>
        <p:nvSpPr>
          <p:cNvPr id="83" name="Google Shape;83;g11a411f594e_0_19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0.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1"/>
          <p:cNvPicPr preferRelativeResize="0"/>
          <p:nvPr/>
        </p:nvPicPr>
        <p:blipFill rotWithShape="1">
          <a:blip r:embed="rId3">
            <a:alphaModFix/>
          </a:blip>
          <a:srcRect b="16250" l="0" r="0" t="27500"/>
          <a:stretch/>
        </p:blipFill>
        <p:spPr>
          <a:xfrm>
            <a:off x="0" y="0"/>
            <a:ext cx="18288002" cy="10287000"/>
          </a:xfrm>
          <a:prstGeom prst="rect">
            <a:avLst/>
          </a:prstGeom>
          <a:noFill/>
          <a:ln>
            <a:noFill/>
          </a:ln>
        </p:spPr>
      </p:pic>
      <p:sp>
        <p:nvSpPr>
          <p:cNvPr id="126" name="Google Shape;126;p1"/>
          <p:cNvSpPr/>
          <p:nvPr/>
        </p:nvSpPr>
        <p:spPr>
          <a:xfrm>
            <a:off x="13087937" y="4306672"/>
            <a:ext cx="4409361" cy="442912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0F1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4860807" y="393694"/>
            <a:ext cx="4409361" cy="4429125"/>
          </a:xfrm>
          <a:custGeom>
            <a:rect b="b" l="l" r="r" t="t"/>
            <a:pathLst>
              <a:path extrusionOk="0"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D9EA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8" name="Google Shape;128;p1"/>
          <p:cNvGrpSpPr/>
          <p:nvPr/>
        </p:nvGrpSpPr>
        <p:grpSpPr>
          <a:xfrm>
            <a:off x="2746577" y="2657365"/>
            <a:ext cx="12794850" cy="6105076"/>
            <a:chOff x="-67" y="-1137758"/>
            <a:chExt cx="17059800" cy="8140101"/>
          </a:xfrm>
        </p:grpSpPr>
        <p:sp>
          <p:nvSpPr>
            <p:cNvPr id="129" name="Google Shape;129;p1"/>
            <p:cNvSpPr txBox="1"/>
            <p:nvPr/>
          </p:nvSpPr>
          <p:spPr>
            <a:xfrm>
              <a:off x="-67" y="-1137758"/>
              <a:ext cx="17059800" cy="4473900"/>
            </a:xfrm>
            <a:prstGeom prst="rect">
              <a:avLst/>
            </a:prstGeom>
            <a:noFill/>
            <a:ln>
              <a:noFill/>
            </a:ln>
          </p:spPr>
          <p:txBody>
            <a:bodyPr anchorCtr="0" anchor="t" bIns="0" lIns="0" spcFirstLastPara="1" rIns="0" wrap="square" tIns="0">
              <a:spAutoFit/>
            </a:bodyPr>
            <a:lstStyle/>
            <a:p>
              <a:pPr indent="0" lvl="0" marL="0" marR="0" rtl="0" algn="ctr">
                <a:lnSpc>
                  <a:spcPct val="88002"/>
                </a:lnSpc>
                <a:spcBef>
                  <a:spcPts val="0"/>
                </a:spcBef>
                <a:spcAft>
                  <a:spcPts val="0"/>
                </a:spcAft>
                <a:buClr>
                  <a:srgbClr val="000000"/>
                </a:buClr>
                <a:buSzPts val="12386"/>
                <a:buFont typeface="Arial"/>
                <a:buNone/>
              </a:pPr>
              <a:r>
                <a:rPr b="0" i="0" lang="en-US" sz="12386" u="none" cap="none" strike="noStrike">
                  <a:solidFill>
                    <a:srgbClr val="1B1B1B"/>
                  </a:solidFill>
                  <a:latin typeface="Arial"/>
                  <a:ea typeface="Arial"/>
                  <a:cs typeface="Arial"/>
                  <a:sym typeface="Arial"/>
                </a:rPr>
                <a:t>EXPLORATORY DATA ANALYSIS</a:t>
              </a:r>
              <a:endParaRPr b="0" i="0" sz="12386" u="none" cap="none" strike="noStrike">
                <a:solidFill>
                  <a:srgbClr val="1B1B1B"/>
                </a:solidFill>
                <a:latin typeface="Arial"/>
                <a:ea typeface="Arial"/>
                <a:cs typeface="Arial"/>
                <a:sym typeface="Arial"/>
              </a:endParaRPr>
            </a:p>
          </p:txBody>
        </p:sp>
        <p:sp>
          <p:nvSpPr>
            <p:cNvPr id="130" name="Google Shape;130;p1"/>
            <p:cNvSpPr txBox="1"/>
            <p:nvPr/>
          </p:nvSpPr>
          <p:spPr>
            <a:xfrm>
              <a:off x="4202669" y="4974643"/>
              <a:ext cx="8654400" cy="2027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1B1B1B"/>
                  </a:solidFill>
                  <a:latin typeface="IBM Plex Sans"/>
                  <a:ea typeface="IBM Plex Sans"/>
                  <a:cs typeface="IBM Plex Sans"/>
                  <a:sym typeface="IBM Plex Sans"/>
                </a:rPr>
                <a:t>Teaching Assistant :</a:t>
              </a:r>
              <a:endParaRPr b="1" i="0" sz="2600" u="none" cap="none" strike="noStrike">
                <a:solidFill>
                  <a:srgbClr val="1B1B1B"/>
                </a:solidFill>
                <a:latin typeface="IBM Plex Sans"/>
                <a:ea typeface="IBM Plex Sans"/>
                <a:cs typeface="IBM Plex Sans"/>
                <a:sym typeface="IBM Plex Sans"/>
              </a:endParaRPr>
            </a:p>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1B1B1B"/>
                  </a:solidFill>
                  <a:latin typeface="IBM Plex Sans"/>
                  <a:ea typeface="IBM Plex Sans"/>
                  <a:cs typeface="IBM Plex Sans"/>
                  <a:sym typeface="IBM Plex Sans"/>
                </a:rPr>
                <a:t>Bramandika (06211940000059)</a:t>
              </a:r>
              <a:endParaRPr b="1" i="0" sz="2600" u="none" cap="none" strike="noStrike">
                <a:solidFill>
                  <a:srgbClr val="1B1B1B"/>
                </a:solidFill>
                <a:latin typeface="IBM Plex Sans"/>
                <a:ea typeface="IBM Plex Sans"/>
                <a:cs typeface="IBM Plex Sans"/>
                <a:sym typeface="IBM Plex Sans"/>
              </a:endParaRPr>
            </a:p>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1B1B1B"/>
                  </a:solidFill>
                  <a:latin typeface="IBM Plex Sans"/>
                  <a:ea typeface="IBM Plex Sans"/>
                  <a:cs typeface="IBM Plex Sans"/>
                  <a:sym typeface="IBM Plex Sans"/>
                </a:rPr>
                <a:t>Maura Putri Defa (06211940000139)</a:t>
              </a:r>
              <a:endParaRPr b="1" i="0" sz="2600" u="none" cap="none" strike="noStrike">
                <a:solidFill>
                  <a:srgbClr val="1B1B1B"/>
                </a:solidFill>
                <a:latin typeface="IBM Plex Sans"/>
                <a:ea typeface="IBM Plex Sans"/>
                <a:cs typeface="IBM Plex Sans"/>
                <a:sym typeface="IBM Plex Sans"/>
              </a:endParaRPr>
            </a:p>
          </p:txBody>
        </p:sp>
      </p:grpSp>
      <p:sp>
        <p:nvSpPr>
          <p:cNvPr id="131" name="Google Shape;131;p1"/>
          <p:cNvSpPr txBox="1"/>
          <p:nvPr/>
        </p:nvSpPr>
        <p:spPr>
          <a:xfrm>
            <a:off x="6015914" y="1208693"/>
            <a:ext cx="62562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B1B1B"/>
                </a:solidFill>
                <a:latin typeface="IBM Plex Sans"/>
                <a:ea typeface="IBM Plex Sans"/>
                <a:cs typeface="IBM Plex Sans"/>
                <a:sym typeface="IBM Plex Sans"/>
              </a:rPr>
              <a:t>Week </a:t>
            </a:r>
            <a:r>
              <a:rPr b="1" lang="en-US" sz="2499">
                <a:solidFill>
                  <a:srgbClr val="1B1B1B"/>
                </a:solidFill>
                <a:latin typeface="IBM Plex Sans"/>
                <a:ea typeface="IBM Plex Sans"/>
                <a:cs typeface="IBM Plex Sans"/>
                <a:sym typeface="IBM Plex Sans"/>
              </a:rPr>
              <a:t>9</a:t>
            </a:r>
            <a:endParaRPr b="0" i="0" sz="1400" u="none" cap="none" strike="noStrike">
              <a:solidFill>
                <a:srgbClr val="000000"/>
              </a:solidFill>
              <a:latin typeface="Arial"/>
              <a:ea typeface="Arial"/>
              <a:cs typeface="Arial"/>
              <a:sym typeface="Arial"/>
            </a:endParaRPr>
          </a:p>
        </p:txBody>
      </p:sp>
      <p:sp>
        <p:nvSpPr>
          <p:cNvPr id="132" name="Google Shape;132;p1"/>
          <p:cNvSpPr txBox="1"/>
          <p:nvPr/>
        </p:nvSpPr>
        <p:spPr>
          <a:xfrm>
            <a:off x="3473584" y="9783950"/>
            <a:ext cx="113409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B1B1B"/>
                </a:solidFill>
                <a:latin typeface="IBM Plex Sans"/>
                <a:ea typeface="IBM Plex Sans"/>
                <a:cs typeface="IBM Plex Sans"/>
                <a:sym typeface="IBM Plex Sans"/>
              </a:rPr>
              <a:t>Sepuluh Nopember Institute of Technology, Surabaya - Indonesia</a:t>
            </a:r>
            <a:endParaRPr b="0" i="0" sz="1400" u="none" cap="none" strike="noStrike">
              <a:solidFill>
                <a:srgbClr val="000000"/>
              </a:solidFill>
              <a:latin typeface="Arial"/>
              <a:ea typeface="Arial"/>
              <a:cs typeface="Arial"/>
              <a:sym typeface="Arial"/>
            </a:endParaRPr>
          </a:p>
        </p:txBody>
      </p:sp>
      <p:sp>
        <p:nvSpPr>
          <p:cNvPr id="133" name="Google Shape;133;p1"/>
          <p:cNvSpPr txBox="1"/>
          <p:nvPr/>
        </p:nvSpPr>
        <p:spPr>
          <a:xfrm>
            <a:off x="6660450" y="6307100"/>
            <a:ext cx="49671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EF8600"/>
                </a:solidFill>
                <a:latin typeface="Arial"/>
                <a:ea typeface="Arial"/>
                <a:cs typeface="Arial"/>
                <a:sym typeface="Arial"/>
              </a:rPr>
              <a:t>https://intip.in/EDAIUP2022</a:t>
            </a:r>
            <a:endParaRPr b="1" i="0" sz="2700" u="none" cap="none" strike="noStrike">
              <a:solidFill>
                <a:srgbClr val="EF8600"/>
              </a:solidFill>
              <a:latin typeface="Arial"/>
              <a:ea typeface="Arial"/>
              <a:cs typeface="Arial"/>
              <a:sym typeface="Arial"/>
            </a:endParaRPr>
          </a:p>
        </p:txBody>
      </p:sp>
      <p:pic>
        <p:nvPicPr>
          <p:cNvPr id="134" name="Google Shape;134;p1"/>
          <p:cNvPicPr preferRelativeResize="0"/>
          <p:nvPr/>
        </p:nvPicPr>
        <p:blipFill rotWithShape="1">
          <a:blip r:embed="rId4">
            <a:alphaModFix/>
          </a:blip>
          <a:srcRect b="0" l="0" r="0" t="0"/>
          <a:stretch/>
        </p:blipFill>
        <p:spPr>
          <a:xfrm>
            <a:off x="16366375" y="243038"/>
            <a:ext cx="683214" cy="861522"/>
          </a:xfrm>
          <a:prstGeom prst="rect">
            <a:avLst/>
          </a:prstGeom>
          <a:noFill/>
          <a:ln>
            <a:noFill/>
          </a:ln>
        </p:spPr>
      </p:pic>
      <p:pic>
        <p:nvPicPr>
          <p:cNvPr id="135" name="Google Shape;135;p1"/>
          <p:cNvPicPr preferRelativeResize="0"/>
          <p:nvPr/>
        </p:nvPicPr>
        <p:blipFill rotWithShape="1">
          <a:blip r:embed="rId5">
            <a:alphaModFix/>
          </a:blip>
          <a:srcRect b="0" l="0" r="0" t="0"/>
          <a:stretch/>
        </p:blipFill>
        <p:spPr>
          <a:xfrm>
            <a:off x="17049590" y="243038"/>
            <a:ext cx="948910" cy="861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pic>
        <p:nvPicPr>
          <p:cNvPr id="140" name="Google Shape;140;g116436ab2f7_0_1"/>
          <p:cNvPicPr preferRelativeResize="0"/>
          <p:nvPr/>
        </p:nvPicPr>
        <p:blipFill rotWithShape="1">
          <a:blip r:embed="rId3">
            <a:alphaModFix/>
          </a:blip>
          <a:srcRect b="0" l="0" r="0" t="0"/>
          <a:stretch/>
        </p:blipFill>
        <p:spPr>
          <a:xfrm>
            <a:off x="15957100" y="186647"/>
            <a:ext cx="738419" cy="734616"/>
          </a:xfrm>
          <a:prstGeom prst="rect">
            <a:avLst/>
          </a:prstGeom>
          <a:noFill/>
          <a:ln>
            <a:noFill/>
          </a:ln>
        </p:spPr>
      </p:pic>
      <p:pic>
        <p:nvPicPr>
          <p:cNvPr id="141" name="Google Shape;141;g116436ab2f7_0_1"/>
          <p:cNvPicPr preferRelativeResize="0"/>
          <p:nvPr/>
        </p:nvPicPr>
        <p:blipFill rotWithShape="1">
          <a:blip r:embed="rId4">
            <a:alphaModFix/>
          </a:blip>
          <a:srcRect b="0" l="0" r="0" t="0"/>
          <a:stretch/>
        </p:blipFill>
        <p:spPr>
          <a:xfrm>
            <a:off x="16695521" y="186647"/>
            <a:ext cx="1025585" cy="734619"/>
          </a:xfrm>
          <a:prstGeom prst="rect">
            <a:avLst/>
          </a:prstGeom>
          <a:noFill/>
          <a:ln>
            <a:noFill/>
          </a:ln>
        </p:spPr>
      </p:pic>
      <p:sp>
        <p:nvSpPr>
          <p:cNvPr id="142" name="Google Shape;142;g116436ab2f7_0_1"/>
          <p:cNvSpPr txBox="1"/>
          <p:nvPr/>
        </p:nvSpPr>
        <p:spPr>
          <a:xfrm>
            <a:off x="16962871" y="9154389"/>
            <a:ext cx="1125600" cy="803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
        <p:nvSpPr>
          <p:cNvPr id="143" name="Google Shape;143;g116436ab2f7_0_1"/>
          <p:cNvSpPr txBox="1"/>
          <p:nvPr/>
        </p:nvSpPr>
        <p:spPr>
          <a:xfrm>
            <a:off x="1222948" y="4025445"/>
            <a:ext cx="15842100" cy="981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lang="en-US" sz="11400">
                <a:latin typeface="Fira Sans Medium"/>
                <a:ea typeface="Fira Sans Medium"/>
                <a:cs typeface="Fira Sans Medium"/>
                <a:sym typeface="Fira Sans Medium"/>
              </a:rPr>
              <a:t>Resistance Line</a:t>
            </a:r>
            <a:endParaRPr b="0" i="0" sz="11400" u="none" cap="none" strike="noStrike">
              <a:solidFill>
                <a:srgbClr val="000000"/>
              </a:solidFill>
              <a:latin typeface="Fira Sans Medium"/>
              <a:ea typeface="Fira Sans Medium"/>
              <a:cs typeface="Fira Sans Medium"/>
              <a:sym typeface="Fira Sa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pic>
        <p:nvPicPr>
          <p:cNvPr id="148" name="Google Shape;148;gf3b2d8b1ab_1_44"/>
          <p:cNvPicPr preferRelativeResize="0"/>
          <p:nvPr/>
        </p:nvPicPr>
        <p:blipFill rotWithShape="1">
          <a:blip r:embed="rId3">
            <a:alphaModFix/>
          </a:blip>
          <a:srcRect b="0" l="0" r="0" t="0"/>
          <a:stretch/>
        </p:blipFill>
        <p:spPr>
          <a:xfrm>
            <a:off x="16206795" y="186645"/>
            <a:ext cx="750013" cy="996880"/>
          </a:xfrm>
          <a:prstGeom prst="rect">
            <a:avLst/>
          </a:prstGeom>
          <a:noFill/>
          <a:ln>
            <a:noFill/>
          </a:ln>
        </p:spPr>
      </p:pic>
      <p:pic>
        <p:nvPicPr>
          <p:cNvPr id="149" name="Google Shape;149;gf3b2d8b1ab_1_44"/>
          <p:cNvPicPr preferRelativeResize="0"/>
          <p:nvPr/>
        </p:nvPicPr>
        <p:blipFill rotWithShape="1">
          <a:blip r:embed="rId4">
            <a:alphaModFix/>
          </a:blip>
          <a:srcRect b="0" l="0" r="0" t="0"/>
          <a:stretch/>
        </p:blipFill>
        <p:spPr>
          <a:xfrm>
            <a:off x="16956810" y="186645"/>
            <a:ext cx="1041688" cy="996884"/>
          </a:xfrm>
          <a:prstGeom prst="rect">
            <a:avLst/>
          </a:prstGeom>
          <a:noFill/>
          <a:ln>
            <a:noFill/>
          </a:ln>
        </p:spPr>
      </p:pic>
      <p:sp>
        <p:nvSpPr>
          <p:cNvPr id="150" name="Google Shape;150;gf3b2d8b1ab_1_44"/>
          <p:cNvSpPr txBox="1"/>
          <p:nvPr/>
        </p:nvSpPr>
        <p:spPr>
          <a:xfrm>
            <a:off x="914950" y="3429000"/>
            <a:ext cx="15373500" cy="3886500"/>
          </a:xfrm>
          <a:prstGeom prst="rect">
            <a:avLst/>
          </a:prstGeom>
          <a:noFill/>
          <a:ln>
            <a:noFill/>
          </a:ln>
        </p:spPr>
        <p:txBody>
          <a:bodyPr anchorCtr="0" anchor="t" bIns="91425" lIns="91425" spcFirstLastPara="1" rIns="91425" wrap="square" tIns="91425">
            <a:spAutoFit/>
          </a:bodyPr>
          <a:lstStyle/>
          <a:p>
            <a:pPr indent="0" lvl="0" marL="82791" rtl="0" algn="l">
              <a:lnSpc>
                <a:spcPct val="150000"/>
              </a:lnSpc>
              <a:spcBef>
                <a:spcPts val="0"/>
              </a:spcBef>
              <a:spcAft>
                <a:spcPts val="0"/>
              </a:spcAft>
              <a:buClr>
                <a:schemeClr val="dk1"/>
              </a:buClr>
              <a:buFont typeface="Arial"/>
              <a:buNone/>
            </a:pPr>
            <a:r>
              <a:rPr lang="en-US" sz="3600">
                <a:solidFill>
                  <a:schemeClr val="dk1"/>
                </a:solidFill>
                <a:latin typeface="Fira Sans"/>
                <a:ea typeface="Fira Sans"/>
                <a:cs typeface="Fira Sans"/>
                <a:sym typeface="Fira Sans"/>
              </a:rPr>
              <a:t>Objectives</a:t>
            </a:r>
            <a:endParaRPr sz="3800">
              <a:solidFill>
                <a:schemeClr val="dk1"/>
              </a:solidFill>
            </a:endParaRPr>
          </a:p>
          <a:p>
            <a:pPr indent="-304800" lvl="0" marL="254241" rtl="0" algn="l">
              <a:spcBef>
                <a:spcPts val="0"/>
              </a:spcBef>
              <a:spcAft>
                <a:spcPts val="0"/>
              </a:spcAft>
              <a:buClr>
                <a:schemeClr val="dk1"/>
              </a:buClr>
              <a:buSzPts val="3300"/>
              <a:buChar char="•"/>
            </a:pPr>
            <a:r>
              <a:rPr lang="en-US" sz="3300">
                <a:solidFill>
                  <a:schemeClr val="dk1"/>
                </a:solidFill>
                <a:latin typeface="Fira Sans"/>
                <a:ea typeface="Fira Sans"/>
                <a:cs typeface="Fira Sans"/>
                <a:sym typeface="Fira Sans"/>
              </a:rPr>
              <a:t>Able to identify a resistance line.</a:t>
            </a:r>
            <a:endParaRPr sz="3500">
              <a:solidFill>
                <a:schemeClr val="dk1"/>
              </a:solidFill>
            </a:endParaRPr>
          </a:p>
          <a:p>
            <a:pPr indent="-304800" lvl="0" marL="254241" rtl="0" algn="l">
              <a:spcBef>
                <a:spcPts val="0"/>
              </a:spcBef>
              <a:spcAft>
                <a:spcPts val="0"/>
              </a:spcAft>
              <a:buClr>
                <a:schemeClr val="dk1"/>
              </a:buClr>
              <a:buSzPts val="3300"/>
              <a:buChar char="•"/>
            </a:pPr>
            <a:r>
              <a:rPr lang="en-US" sz="3300">
                <a:solidFill>
                  <a:schemeClr val="dk1"/>
                </a:solidFill>
                <a:latin typeface="Fira Sans"/>
                <a:ea typeface="Fira Sans"/>
                <a:cs typeface="Fira Sans"/>
                <a:sym typeface="Fira Sans"/>
              </a:rPr>
              <a:t>Able to identify steps in making a resistance line.</a:t>
            </a:r>
            <a:endParaRPr sz="3500">
              <a:solidFill>
                <a:schemeClr val="dk1"/>
              </a:solidFill>
            </a:endParaRPr>
          </a:p>
          <a:p>
            <a:pPr indent="-304800" lvl="0" marL="254241" rtl="0" algn="l">
              <a:spcBef>
                <a:spcPts val="0"/>
              </a:spcBef>
              <a:spcAft>
                <a:spcPts val="0"/>
              </a:spcAft>
              <a:buClr>
                <a:schemeClr val="dk1"/>
              </a:buClr>
              <a:buSzPts val="3300"/>
              <a:buChar char="•"/>
            </a:pPr>
            <a:r>
              <a:rPr lang="en-US" sz="3300">
                <a:solidFill>
                  <a:schemeClr val="dk1"/>
                </a:solidFill>
                <a:latin typeface="Fira Sans"/>
                <a:ea typeface="Fira Sans"/>
                <a:cs typeface="Fira Sans"/>
                <a:sym typeface="Fira Sans"/>
              </a:rPr>
              <a:t>Able to make a resistance line using software.</a:t>
            </a:r>
            <a:endParaRPr sz="3500">
              <a:solidFill>
                <a:schemeClr val="dk1"/>
              </a:solidFill>
            </a:endParaRPr>
          </a:p>
          <a:p>
            <a:pPr indent="-95250" lvl="2" marL="171450" rtl="0" algn="l">
              <a:spcBef>
                <a:spcPts val="0"/>
              </a:spcBef>
              <a:spcAft>
                <a:spcPts val="0"/>
              </a:spcAft>
              <a:buClr>
                <a:schemeClr val="dk1"/>
              </a:buClr>
              <a:buSzPts val="1200"/>
              <a:buFont typeface="Arial"/>
              <a:buNone/>
            </a:pPr>
            <a:r>
              <a:t/>
            </a:r>
            <a:endParaRPr sz="3100">
              <a:solidFill>
                <a:schemeClr val="dk1"/>
              </a:solidFill>
              <a:latin typeface="Fira Sans"/>
              <a:ea typeface="Fira Sans"/>
              <a:cs typeface="Fira Sans"/>
              <a:sym typeface="Fira Sans"/>
            </a:endParaRPr>
          </a:p>
          <a:p>
            <a:pPr indent="0" lvl="0" marL="0" marR="0" rtl="0" algn="just">
              <a:lnSpc>
                <a:spcPct val="172222"/>
              </a:lnSpc>
              <a:spcBef>
                <a:spcPts val="600"/>
              </a:spcBef>
              <a:spcAft>
                <a:spcPts val="600"/>
              </a:spcAft>
              <a:buClr>
                <a:srgbClr val="000000"/>
              </a:buClr>
              <a:buSzPts val="3050"/>
              <a:buFont typeface="Arial"/>
              <a:buNone/>
            </a:pPr>
            <a:r>
              <a:t/>
            </a:r>
            <a:endParaRPr sz="5150">
              <a:solidFill>
                <a:srgbClr val="080A13"/>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pic>
        <p:nvPicPr>
          <p:cNvPr id="155" name="Google Shape;155;g116436ab2f7_0_17"/>
          <p:cNvPicPr preferRelativeResize="0"/>
          <p:nvPr/>
        </p:nvPicPr>
        <p:blipFill rotWithShape="1">
          <a:blip r:embed="rId3">
            <a:alphaModFix/>
          </a:blip>
          <a:srcRect b="0" l="0" r="0" t="0"/>
          <a:stretch/>
        </p:blipFill>
        <p:spPr>
          <a:xfrm>
            <a:off x="16206795" y="186645"/>
            <a:ext cx="750013" cy="996880"/>
          </a:xfrm>
          <a:prstGeom prst="rect">
            <a:avLst/>
          </a:prstGeom>
          <a:noFill/>
          <a:ln>
            <a:noFill/>
          </a:ln>
        </p:spPr>
      </p:pic>
      <p:pic>
        <p:nvPicPr>
          <p:cNvPr id="156" name="Google Shape;156;g116436ab2f7_0_17"/>
          <p:cNvPicPr preferRelativeResize="0"/>
          <p:nvPr/>
        </p:nvPicPr>
        <p:blipFill rotWithShape="1">
          <a:blip r:embed="rId4">
            <a:alphaModFix/>
          </a:blip>
          <a:srcRect b="0" l="0" r="0" t="0"/>
          <a:stretch/>
        </p:blipFill>
        <p:spPr>
          <a:xfrm>
            <a:off x="16956810" y="186645"/>
            <a:ext cx="1041688" cy="996884"/>
          </a:xfrm>
          <a:prstGeom prst="rect">
            <a:avLst/>
          </a:prstGeom>
          <a:noFill/>
          <a:ln>
            <a:noFill/>
          </a:ln>
        </p:spPr>
      </p:pic>
      <p:sp>
        <p:nvSpPr>
          <p:cNvPr id="157" name="Google Shape;157;g116436ab2f7_0_17"/>
          <p:cNvSpPr txBox="1"/>
          <p:nvPr/>
        </p:nvSpPr>
        <p:spPr>
          <a:xfrm>
            <a:off x="843950" y="4128475"/>
            <a:ext cx="16559700" cy="2647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4000"/>
              <a:buFont typeface="Arial"/>
              <a:buNone/>
            </a:pPr>
            <a:r>
              <a:rPr b="1" lang="en-US" sz="4000">
                <a:solidFill>
                  <a:srgbClr val="EF8600"/>
                </a:solidFill>
              </a:rPr>
              <a:t>Resistance Line </a:t>
            </a:r>
            <a:r>
              <a:rPr lang="en-US" sz="4000"/>
              <a:t>helps us to summarize the dependency of the response factors against other factors in terms of simplest possible description (Velleman and Hoaglin (2004)). The use of the resistant line is equivalent to Tukey's way of resisting outliers. </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g11a411f594e_0_452"/>
          <p:cNvPicPr preferRelativeResize="0"/>
          <p:nvPr/>
        </p:nvPicPr>
        <p:blipFill rotWithShape="1">
          <a:blip r:embed="rId3">
            <a:alphaModFix/>
          </a:blip>
          <a:srcRect b="0" l="0" r="0" t="0"/>
          <a:stretch/>
        </p:blipFill>
        <p:spPr>
          <a:xfrm>
            <a:off x="16119978" y="373306"/>
            <a:ext cx="719998" cy="719998"/>
          </a:xfrm>
          <a:prstGeom prst="rect">
            <a:avLst/>
          </a:prstGeom>
          <a:noFill/>
          <a:ln>
            <a:noFill/>
          </a:ln>
        </p:spPr>
      </p:pic>
      <p:pic>
        <p:nvPicPr>
          <p:cNvPr id="163" name="Google Shape;163;g11a411f594e_0_452"/>
          <p:cNvPicPr preferRelativeResize="0"/>
          <p:nvPr/>
        </p:nvPicPr>
        <p:blipFill rotWithShape="1">
          <a:blip r:embed="rId4">
            <a:alphaModFix/>
          </a:blip>
          <a:srcRect b="0" l="0" r="0" t="0"/>
          <a:stretch/>
        </p:blipFill>
        <p:spPr>
          <a:xfrm>
            <a:off x="16839978" y="373306"/>
            <a:ext cx="1000000" cy="720000"/>
          </a:xfrm>
          <a:prstGeom prst="rect">
            <a:avLst/>
          </a:prstGeom>
          <a:noFill/>
          <a:ln>
            <a:noFill/>
          </a:ln>
        </p:spPr>
      </p:pic>
      <p:sp>
        <p:nvSpPr>
          <p:cNvPr id="164" name="Google Shape;164;g11a411f594e_0_452"/>
          <p:cNvSpPr txBox="1"/>
          <p:nvPr/>
        </p:nvSpPr>
        <p:spPr>
          <a:xfrm>
            <a:off x="17100658" y="9162596"/>
            <a:ext cx="1097400" cy="787200"/>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2200"/>
              <a:buFont typeface="Arial"/>
              <a:buNone/>
            </a:pPr>
            <a:fld id="{00000000-1234-1234-1234-123412341234}" type="slidenum">
              <a:rPr b="0" i="0" lang="en-US" sz="2200" u="none" cap="none" strike="noStrike">
                <a:solidFill>
                  <a:srgbClr val="000000"/>
                </a:solidFill>
                <a:latin typeface="Arial"/>
                <a:ea typeface="Arial"/>
                <a:cs typeface="Arial"/>
                <a:sym typeface="Arial"/>
              </a:rPr>
              <a:t>‹#›</a:t>
            </a:fld>
            <a:endParaRPr b="0" i="0" sz="2200" u="none" cap="none" strike="noStrike">
              <a:solidFill>
                <a:srgbClr val="000000"/>
              </a:solidFill>
              <a:latin typeface="Arial"/>
              <a:ea typeface="Arial"/>
              <a:cs typeface="Arial"/>
              <a:sym typeface="Arial"/>
            </a:endParaRPr>
          </a:p>
        </p:txBody>
      </p:sp>
      <p:sp>
        <p:nvSpPr>
          <p:cNvPr id="165" name="Google Shape;165;g11a411f594e_0_452"/>
          <p:cNvSpPr txBox="1"/>
          <p:nvPr/>
        </p:nvSpPr>
        <p:spPr>
          <a:xfrm>
            <a:off x="2" y="9624596"/>
            <a:ext cx="5036400" cy="5700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0"/>
              </a:spcBef>
              <a:spcAft>
                <a:spcPts val="3200"/>
              </a:spcAft>
              <a:buClr>
                <a:srgbClr val="000000"/>
              </a:buClr>
              <a:buSzPts val="3600"/>
              <a:buFont typeface="Roboto"/>
              <a:buNone/>
            </a:pPr>
            <a:r>
              <a:rPr b="0" i="0" lang="en-US" sz="2200" u="none" cap="none" strike="noStrike">
                <a:solidFill>
                  <a:schemeClr val="lt1"/>
                </a:solidFill>
                <a:latin typeface="Roboto"/>
                <a:ea typeface="Roboto"/>
                <a:cs typeface="Roboto"/>
                <a:sym typeface="Roboto"/>
              </a:rPr>
              <a:t>Exploratory Data Analysis 2021</a:t>
            </a:r>
            <a:endParaRPr b="0" i="0" sz="2800" u="none" cap="none" strike="noStrike">
              <a:solidFill>
                <a:srgbClr val="000000"/>
              </a:solidFill>
              <a:latin typeface="Arial"/>
              <a:ea typeface="Arial"/>
              <a:cs typeface="Arial"/>
              <a:sym typeface="Arial"/>
            </a:endParaRPr>
          </a:p>
        </p:txBody>
      </p:sp>
      <p:sp>
        <p:nvSpPr>
          <p:cNvPr id="166" name="Google Shape;166;g11a411f594e_0_452"/>
          <p:cNvSpPr txBox="1"/>
          <p:nvPr/>
        </p:nvSpPr>
        <p:spPr>
          <a:xfrm>
            <a:off x="1346550" y="1678400"/>
            <a:ext cx="15594900" cy="108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US" sz="4100" u="none" cap="none" strike="noStrike">
                <a:solidFill>
                  <a:srgbClr val="EF8600"/>
                </a:solidFill>
                <a:latin typeface="Fira Sans Medium"/>
                <a:ea typeface="Fira Sans Medium"/>
                <a:cs typeface="Fira Sans Medium"/>
                <a:sym typeface="Fira Sans Medium"/>
              </a:rPr>
              <a:t>Review</a:t>
            </a:r>
            <a:endParaRPr b="0" i="0" sz="4100" u="none" cap="none" strike="noStrike">
              <a:solidFill>
                <a:srgbClr val="EF8600"/>
              </a:solidFill>
              <a:latin typeface="Fira Sans Medium"/>
              <a:ea typeface="Fira Sans Medium"/>
              <a:cs typeface="Fira Sans Medium"/>
              <a:sym typeface="Fira Sans Medium"/>
            </a:endParaRPr>
          </a:p>
        </p:txBody>
      </p:sp>
      <p:sp>
        <p:nvSpPr>
          <p:cNvPr id="167" name="Google Shape;167;g11a411f594e_0_452"/>
          <p:cNvSpPr txBox="1"/>
          <p:nvPr/>
        </p:nvSpPr>
        <p:spPr>
          <a:xfrm>
            <a:off x="1839148" y="3117075"/>
            <a:ext cx="14696400" cy="5448900"/>
          </a:xfrm>
          <a:prstGeom prst="rect">
            <a:avLst/>
          </a:prstGeom>
          <a:noFill/>
          <a:ln>
            <a:noFill/>
          </a:ln>
        </p:spPr>
        <p:txBody>
          <a:bodyPr anchorCtr="0" anchor="t" bIns="45700" lIns="91425" spcFirstLastPara="1" rIns="91425" wrap="square" tIns="45700">
            <a:spAutoFit/>
          </a:bodyPr>
          <a:lstStyle/>
          <a:p>
            <a:pPr indent="0" lvl="0" marL="41389" marR="0" rtl="0" algn="just">
              <a:lnSpc>
                <a:spcPct val="100000"/>
              </a:lnSpc>
              <a:spcBef>
                <a:spcPts val="0"/>
              </a:spcBef>
              <a:spcAft>
                <a:spcPts val="0"/>
              </a:spcAft>
              <a:buNone/>
            </a:pPr>
            <a:r>
              <a:rPr b="0" i="0" lang="en-US" sz="2900" u="none" cap="none" strike="noStrike">
                <a:solidFill>
                  <a:srgbClr val="000000"/>
                </a:solidFill>
                <a:latin typeface="Fira Sans"/>
                <a:ea typeface="Fira Sans"/>
                <a:cs typeface="Fira Sans"/>
                <a:sym typeface="Fira Sans"/>
              </a:rPr>
              <a:t>The resistance method involves a three-point summary estimate derived from the median data x, y divided into three groups. </a:t>
            </a:r>
            <a:endParaRPr sz="2700"/>
          </a:p>
          <a:p>
            <a:pPr indent="0" lvl="0" marL="41389" marR="0" rtl="0" algn="just">
              <a:lnSpc>
                <a:spcPct val="100000"/>
              </a:lnSpc>
              <a:spcBef>
                <a:spcPts val="0"/>
              </a:spcBef>
              <a:spcAft>
                <a:spcPts val="0"/>
              </a:spcAft>
              <a:buNone/>
            </a:pPr>
            <a:r>
              <a:t/>
            </a:r>
            <a:endParaRPr b="0" i="0" sz="2900" u="none" cap="none" strike="noStrike">
              <a:solidFill>
                <a:srgbClr val="000000"/>
              </a:solidFill>
              <a:latin typeface="Fira Sans"/>
              <a:ea typeface="Fira Sans"/>
              <a:cs typeface="Fira Sans"/>
              <a:sym typeface="Fira Sans"/>
            </a:endParaRPr>
          </a:p>
          <a:p>
            <a:pPr indent="0" lvl="0" marL="41389" marR="0" rtl="0" algn="just">
              <a:lnSpc>
                <a:spcPct val="100000"/>
              </a:lnSpc>
              <a:spcBef>
                <a:spcPts val="0"/>
              </a:spcBef>
              <a:spcAft>
                <a:spcPts val="0"/>
              </a:spcAft>
              <a:buNone/>
            </a:pPr>
            <a:r>
              <a:rPr b="0" i="0" lang="en-US" sz="2900" u="none" cap="none" strike="noStrike">
                <a:solidFill>
                  <a:srgbClr val="000000"/>
                </a:solidFill>
                <a:latin typeface="Fira Sans"/>
                <a:ea typeface="Fira Sans"/>
                <a:cs typeface="Fira Sans"/>
                <a:sym typeface="Fira Sans"/>
              </a:rPr>
              <a:t>For exploratory work, it is useful to fit a line that is resistant or not sensitive to outlying points. One fitting method of this type is Tukey’s “resistant line”. </a:t>
            </a:r>
            <a:endParaRPr sz="2700"/>
          </a:p>
          <a:p>
            <a:pPr indent="0" lvl="0" marL="41389" marR="0" rtl="0" algn="just">
              <a:lnSpc>
                <a:spcPct val="100000"/>
              </a:lnSpc>
              <a:spcBef>
                <a:spcPts val="0"/>
              </a:spcBef>
              <a:spcAft>
                <a:spcPts val="0"/>
              </a:spcAft>
              <a:buNone/>
            </a:pPr>
            <a:r>
              <a:t/>
            </a:r>
            <a:endParaRPr b="0" i="0" sz="2900" u="none" cap="none" strike="noStrike">
              <a:solidFill>
                <a:srgbClr val="000000"/>
              </a:solidFill>
              <a:latin typeface="Fira Sans"/>
              <a:ea typeface="Fira Sans"/>
              <a:cs typeface="Fira Sans"/>
              <a:sym typeface="Fira Sans"/>
            </a:endParaRPr>
          </a:p>
          <a:p>
            <a:pPr indent="0" lvl="0" marL="41389" marR="0" rtl="0" algn="just">
              <a:lnSpc>
                <a:spcPct val="100000"/>
              </a:lnSpc>
              <a:spcBef>
                <a:spcPts val="0"/>
              </a:spcBef>
              <a:spcAft>
                <a:spcPts val="0"/>
              </a:spcAft>
              <a:buNone/>
            </a:pPr>
            <a:r>
              <a:rPr b="0" i="0" lang="en-US" sz="2900" u="none" cap="none" strike="noStrike">
                <a:solidFill>
                  <a:srgbClr val="000000"/>
                </a:solidFill>
                <a:latin typeface="Fira Sans"/>
                <a:ea typeface="Fira Sans"/>
                <a:cs typeface="Fira Sans"/>
                <a:sym typeface="Fira Sans"/>
              </a:rPr>
              <a:t>Essentially, the resistant line procedure divides the scatterplot into left, middle, and right regions, computes resistant summary points for each region and finds a line from the summary points.</a:t>
            </a:r>
            <a:endParaRPr sz="2700"/>
          </a:p>
          <a:p>
            <a:pPr indent="0" lvl="0" marL="41389" marR="0" rtl="0" algn="just">
              <a:lnSpc>
                <a:spcPct val="100000"/>
              </a:lnSpc>
              <a:spcBef>
                <a:spcPts val="0"/>
              </a:spcBef>
              <a:spcAft>
                <a:spcPts val="0"/>
              </a:spcAft>
              <a:buNone/>
            </a:pPr>
            <a:r>
              <a:t/>
            </a:r>
            <a:endParaRPr b="0" i="0" sz="2900" u="none" cap="none" strike="noStrike">
              <a:solidFill>
                <a:srgbClr val="000000"/>
              </a:solidFill>
              <a:latin typeface="Fira Sans"/>
              <a:ea typeface="Fira Sans"/>
              <a:cs typeface="Fira Sans"/>
              <a:sym typeface="Fira Sans"/>
            </a:endParaRPr>
          </a:p>
          <a:p>
            <a:pPr indent="0" lvl="0" marL="41389" marR="0" rtl="0" algn="just">
              <a:lnSpc>
                <a:spcPct val="100000"/>
              </a:lnSpc>
              <a:spcBef>
                <a:spcPts val="0"/>
              </a:spcBef>
              <a:spcAft>
                <a:spcPts val="0"/>
              </a:spcAft>
              <a:buNone/>
            </a:pPr>
            <a:r>
              <a:rPr b="0" i="0" lang="en-US" sz="2900" u="none" cap="none" strike="noStrike">
                <a:solidFill>
                  <a:srgbClr val="000000"/>
                </a:solidFill>
                <a:latin typeface="Fira Sans"/>
                <a:ea typeface="Fira Sans"/>
                <a:cs typeface="Fira Sans"/>
                <a:sym typeface="Fira Sans"/>
              </a:rPr>
              <a:t>Because the median is a resistant measure, the regression line is also resistant and exceptional values do not present a problem.</a:t>
            </a:r>
            <a:endParaRPr sz="2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g1235e4ca209_0_17"/>
          <p:cNvPicPr preferRelativeResize="0"/>
          <p:nvPr/>
        </p:nvPicPr>
        <p:blipFill rotWithShape="1">
          <a:blip r:embed="rId3">
            <a:alphaModFix/>
          </a:blip>
          <a:srcRect b="0" l="0" r="0" t="0"/>
          <a:stretch/>
        </p:blipFill>
        <p:spPr>
          <a:xfrm>
            <a:off x="16119978" y="373306"/>
            <a:ext cx="719998" cy="719998"/>
          </a:xfrm>
          <a:prstGeom prst="rect">
            <a:avLst/>
          </a:prstGeom>
          <a:noFill/>
          <a:ln>
            <a:noFill/>
          </a:ln>
        </p:spPr>
      </p:pic>
      <p:pic>
        <p:nvPicPr>
          <p:cNvPr id="173" name="Google Shape;173;g1235e4ca209_0_17"/>
          <p:cNvPicPr preferRelativeResize="0"/>
          <p:nvPr/>
        </p:nvPicPr>
        <p:blipFill rotWithShape="1">
          <a:blip r:embed="rId4">
            <a:alphaModFix/>
          </a:blip>
          <a:srcRect b="0" l="0" r="0" t="0"/>
          <a:stretch/>
        </p:blipFill>
        <p:spPr>
          <a:xfrm>
            <a:off x="16839978" y="373306"/>
            <a:ext cx="1000000" cy="720000"/>
          </a:xfrm>
          <a:prstGeom prst="rect">
            <a:avLst/>
          </a:prstGeom>
          <a:noFill/>
          <a:ln>
            <a:noFill/>
          </a:ln>
        </p:spPr>
      </p:pic>
      <p:sp>
        <p:nvSpPr>
          <p:cNvPr id="174" name="Google Shape;174;g1235e4ca209_0_17"/>
          <p:cNvSpPr txBox="1"/>
          <p:nvPr/>
        </p:nvSpPr>
        <p:spPr>
          <a:xfrm>
            <a:off x="17100658" y="9162596"/>
            <a:ext cx="1097400" cy="787200"/>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2200"/>
              <a:buFont typeface="Arial"/>
              <a:buNone/>
            </a:pPr>
            <a:fld id="{00000000-1234-1234-1234-123412341234}" type="slidenum">
              <a:rPr b="0" i="0" lang="en-US" sz="2200" u="none" cap="none" strike="noStrike">
                <a:solidFill>
                  <a:srgbClr val="000000"/>
                </a:solidFill>
                <a:latin typeface="Arial"/>
                <a:ea typeface="Arial"/>
                <a:cs typeface="Arial"/>
                <a:sym typeface="Arial"/>
              </a:rPr>
              <a:t>‹#›</a:t>
            </a:fld>
            <a:endParaRPr b="0" i="0" sz="2200" u="none" cap="none" strike="noStrike">
              <a:solidFill>
                <a:srgbClr val="000000"/>
              </a:solidFill>
              <a:latin typeface="Arial"/>
              <a:ea typeface="Arial"/>
              <a:cs typeface="Arial"/>
              <a:sym typeface="Arial"/>
            </a:endParaRPr>
          </a:p>
        </p:txBody>
      </p:sp>
      <p:sp>
        <p:nvSpPr>
          <p:cNvPr id="175" name="Google Shape;175;g1235e4ca209_0_17"/>
          <p:cNvSpPr txBox="1"/>
          <p:nvPr/>
        </p:nvSpPr>
        <p:spPr>
          <a:xfrm>
            <a:off x="2" y="9624596"/>
            <a:ext cx="5036400" cy="5700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0"/>
              </a:spcBef>
              <a:spcAft>
                <a:spcPts val="3200"/>
              </a:spcAft>
              <a:buClr>
                <a:srgbClr val="000000"/>
              </a:buClr>
              <a:buSzPts val="3600"/>
              <a:buFont typeface="Roboto"/>
              <a:buNone/>
            </a:pPr>
            <a:r>
              <a:rPr b="0" i="0" lang="en-US" sz="2200" u="none" cap="none" strike="noStrike">
                <a:solidFill>
                  <a:schemeClr val="lt1"/>
                </a:solidFill>
                <a:latin typeface="Roboto"/>
                <a:ea typeface="Roboto"/>
                <a:cs typeface="Roboto"/>
                <a:sym typeface="Roboto"/>
              </a:rPr>
              <a:t>Exploratory Data Analysis 2021</a:t>
            </a:r>
            <a:endParaRPr b="0" i="0" sz="2800" u="none" cap="none" strike="noStrike">
              <a:solidFill>
                <a:srgbClr val="000000"/>
              </a:solidFill>
              <a:latin typeface="Arial"/>
              <a:ea typeface="Arial"/>
              <a:cs typeface="Arial"/>
              <a:sym typeface="Arial"/>
            </a:endParaRPr>
          </a:p>
        </p:txBody>
      </p:sp>
      <p:sp>
        <p:nvSpPr>
          <p:cNvPr id="176" name="Google Shape;176;g1235e4ca209_0_17"/>
          <p:cNvSpPr txBox="1"/>
          <p:nvPr/>
        </p:nvSpPr>
        <p:spPr>
          <a:xfrm>
            <a:off x="848025" y="885000"/>
            <a:ext cx="15992100" cy="101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lang="en-US" sz="4200">
                <a:solidFill>
                  <a:srgbClr val="EF8600"/>
                </a:solidFill>
                <a:latin typeface="Fira Sans Medium"/>
                <a:ea typeface="Fira Sans Medium"/>
                <a:cs typeface="Fira Sans Medium"/>
                <a:sym typeface="Fira Sans Medium"/>
              </a:rPr>
              <a:t>Resistance Procedures</a:t>
            </a:r>
            <a:endParaRPr b="0" i="0" sz="4200" u="none" cap="none" strike="noStrike">
              <a:solidFill>
                <a:srgbClr val="EF8600"/>
              </a:solidFill>
              <a:latin typeface="Fira Sans Medium"/>
              <a:ea typeface="Fira Sans Medium"/>
              <a:cs typeface="Fira Sans Medium"/>
              <a:sym typeface="Fira Sans Medium"/>
            </a:endParaRPr>
          </a:p>
        </p:txBody>
      </p:sp>
      <p:sp>
        <p:nvSpPr>
          <p:cNvPr id="177" name="Google Shape;177;g1235e4ca209_0_17"/>
          <p:cNvSpPr txBox="1"/>
          <p:nvPr/>
        </p:nvSpPr>
        <p:spPr>
          <a:xfrm>
            <a:off x="1308596" y="2153356"/>
            <a:ext cx="15070800" cy="5112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lang="en-US" sz="2800">
                <a:latin typeface="Fira Sans"/>
                <a:ea typeface="Fira Sans"/>
                <a:cs typeface="Fira Sans"/>
                <a:sym typeface="Fira Sans"/>
              </a:rPr>
              <a:t>Parametric tests are based on the mean estimation, which is sensitive to outliers or skewed distributions. In EDA, robust estimators are usually used. For example:</a:t>
            </a:r>
            <a:endParaRPr sz="2800">
              <a:latin typeface="Fira Sans"/>
              <a:ea typeface="Fira Sans"/>
              <a:cs typeface="Fira Sans"/>
              <a:sym typeface="Fira Sans"/>
            </a:endParaRPr>
          </a:p>
          <a:p>
            <a:pPr indent="0" lvl="0" marL="0" rtl="0" algn="l">
              <a:lnSpc>
                <a:spcPct val="115000"/>
              </a:lnSpc>
              <a:spcBef>
                <a:spcPts val="0"/>
              </a:spcBef>
              <a:spcAft>
                <a:spcPts val="0"/>
              </a:spcAft>
              <a:buClr>
                <a:schemeClr val="dk1"/>
              </a:buClr>
              <a:buSzPts val="1100"/>
              <a:buFont typeface="Arial"/>
              <a:buNone/>
            </a:pPr>
            <a:r>
              <a:t/>
            </a:r>
            <a:endParaRPr sz="2800">
              <a:latin typeface="Fira Sans"/>
              <a:ea typeface="Fira Sans"/>
              <a:cs typeface="Fira Sans"/>
              <a:sym typeface="Fira Sans"/>
            </a:endParaRPr>
          </a:p>
          <a:p>
            <a:pPr indent="-406400" lvl="0" marL="457200" rtl="0" algn="l">
              <a:lnSpc>
                <a:spcPct val="115000"/>
              </a:lnSpc>
              <a:spcBef>
                <a:spcPts val="0"/>
              </a:spcBef>
              <a:spcAft>
                <a:spcPts val="0"/>
              </a:spcAft>
              <a:buSzPts val="2800"/>
              <a:buFont typeface="Fira Sans"/>
              <a:buChar char="●"/>
            </a:pPr>
            <a:r>
              <a:rPr lang="en-US" sz="2800">
                <a:latin typeface="Fira Sans"/>
                <a:ea typeface="Fira Sans"/>
                <a:cs typeface="Fira Sans"/>
                <a:sym typeface="Fira Sans"/>
              </a:rPr>
              <a:t>Median: The middle point of the data.</a:t>
            </a:r>
            <a:endParaRPr sz="2800">
              <a:latin typeface="Fira Sans"/>
              <a:ea typeface="Fira Sans"/>
              <a:cs typeface="Fira Sans"/>
              <a:sym typeface="Fira Sans"/>
            </a:endParaRPr>
          </a:p>
          <a:p>
            <a:pPr indent="-406400" lvl="0" marL="457200" rtl="0" algn="l">
              <a:lnSpc>
                <a:spcPct val="115000"/>
              </a:lnSpc>
              <a:spcBef>
                <a:spcPts val="0"/>
              </a:spcBef>
              <a:spcAft>
                <a:spcPts val="0"/>
              </a:spcAft>
              <a:buSzPts val="2800"/>
              <a:buFont typeface="Fira Sans"/>
              <a:buChar char="●"/>
            </a:pPr>
            <a:r>
              <a:rPr lang="en-US" sz="2800">
                <a:latin typeface="Fira Sans"/>
                <a:ea typeface="Fira Sans"/>
                <a:cs typeface="Fira Sans"/>
                <a:sym typeface="Fira Sans"/>
              </a:rPr>
              <a:t>Trimean: A measure of central tendency based on the arithmetic average of the values of the first quartile, the third quartile, and the median counted twice.</a:t>
            </a:r>
            <a:endParaRPr sz="2800">
              <a:latin typeface="Fira Sans"/>
              <a:ea typeface="Fira Sans"/>
              <a:cs typeface="Fira Sans"/>
              <a:sym typeface="Fira Sans"/>
            </a:endParaRPr>
          </a:p>
          <a:p>
            <a:pPr indent="-406400" lvl="0" marL="457200" rtl="0" algn="l">
              <a:lnSpc>
                <a:spcPct val="115000"/>
              </a:lnSpc>
              <a:spcBef>
                <a:spcPts val="0"/>
              </a:spcBef>
              <a:spcAft>
                <a:spcPts val="0"/>
              </a:spcAft>
              <a:buSzPts val="2800"/>
              <a:buFont typeface="Fira Sans"/>
              <a:buChar char="●"/>
            </a:pPr>
            <a:r>
              <a:rPr lang="en-US" sz="2800">
                <a:latin typeface="Fira Sans"/>
                <a:ea typeface="Fira Sans"/>
                <a:cs typeface="Fira Sans"/>
                <a:sym typeface="Fira Sans"/>
              </a:rPr>
              <a:t>Winsorized mean: A robust version of the mean in which extreme scores are pulled back to the majority of the data.</a:t>
            </a:r>
            <a:endParaRPr sz="2800">
              <a:latin typeface="Fira Sans"/>
              <a:ea typeface="Fira Sans"/>
              <a:cs typeface="Fira Sans"/>
              <a:sym typeface="Fira Sans"/>
            </a:endParaRPr>
          </a:p>
          <a:p>
            <a:pPr indent="-406400" lvl="0" marL="457200" rtl="0" algn="l">
              <a:lnSpc>
                <a:spcPct val="115000"/>
              </a:lnSpc>
              <a:spcBef>
                <a:spcPts val="0"/>
              </a:spcBef>
              <a:spcAft>
                <a:spcPts val="0"/>
              </a:spcAft>
              <a:buSzPts val="2800"/>
              <a:buFont typeface="Fira Sans"/>
              <a:buChar char="●"/>
            </a:pPr>
            <a:r>
              <a:rPr lang="en-US" sz="2800">
                <a:latin typeface="Fira Sans"/>
                <a:ea typeface="Fira Sans"/>
                <a:cs typeface="Fira Sans"/>
                <a:sym typeface="Fira Sans"/>
              </a:rPr>
              <a:t>Trimmed mean: A mean without outliers</a:t>
            </a:r>
            <a:endParaRPr sz="2800">
              <a:latin typeface="Fira Sans"/>
              <a:ea typeface="Fira Sans"/>
              <a:cs typeface="Fira Sans"/>
              <a:sym typeface="Fira Sans"/>
            </a:endParaRPr>
          </a:p>
          <a:p>
            <a:pPr indent="0" lvl="0" marL="0" marR="0" rtl="0" algn="just">
              <a:lnSpc>
                <a:spcPct val="100000"/>
              </a:lnSpc>
              <a:spcBef>
                <a:spcPts val="1000"/>
              </a:spcBef>
              <a:spcAft>
                <a:spcPts val="0"/>
              </a:spcAft>
              <a:buNone/>
            </a:pPr>
            <a:r>
              <a:t/>
            </a:r>
            <a:endParaRPr sz="2800">
              <a:latin typeface="Fira Sans"/>
              <a:ea typeface="Fira Sans"/>
              <a:cs typeface="Fira Sans"/>
              <a:sym typeface="Fir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1235e4ca209_0_29"/>
          <p:cNvPicPr preferRelativeResize="0"/>
          <p:nvPr/>
        </p:nvPicPr>
        <p:blipFill rotWithShape="1">
          <a:blip r:embed="rId3">
            <a:alphaModFix/>
          </a:blip>
          <a:srcRect b="0" l="0" r="0" t="0"/>
          <a:stretch/>
        </p:blipFill>
        <p:spPr>
          <a:xfrm>
            <a:off x="16119978" y="373306"/>
            <a:ext cx="719998" cy="719998"/>
          </a:xfrm>
          <a:prstGeom prst="rect">
            <a:avLst/>
          </a:prstGeom>
          <a:noFill/>
          <a:ln>
            <a:noFill/>
          </a:ln>
        </p:spPr>
      </p:pic>
      <p:pic>
        <p:nvPicPr>
          <p:cNvPr id="183" name="Google Shape;183;g1235e4ca209_0_29"/>
          <p:cNvPicPr preferRelativeResize="0"/>
          <p:nvPr/>
        </p:nvPicPr>
        <p:blipFill rotWithShape="1">
          <a:blip r:embed="rId4">
            <a:alphaModFix/>
          </a:blip>
          <a:srcRect b="0" l="0" r="0" t="0"/>
          <a:stretch/>
        </p:blipFill>
        <p:spPr>
          <a:xfrm>
            <a:off x="16839978" y="373306"/>
            <a:ext cx="1000000" cy="720000"/>
          </a:xfrm>
          <a:prstGeom prst="rect">
            <a:avLst/>
          </a:prstGeom>
          <a:noFill/>
          <a:ln>
            <a:noFill/>
          </a:ln>
        </p:spPr>
      </p:pic>
      <p:sp>
        <p:nvSpPr>
          <p:cNvPr id="184" name="Google Shape;184;g1235e4ca209_0_29"/>
          <p:cNvSpPr txBox="1"/>
          <p:nvPr/>
        </p:nvSpPr>
        <p:spPr>
          <a:xfrm>
            <a:off x="17100658" y="9162596"/>
            <a:ext cx="1097400" cy="787200"/>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2200"/>
              <a:buFont typeface="Arial"/>
              <a:buNone/>
            </a:pPr>
            <a:fld id="{00000000-1234-1234-1234-123412341234}" type="slidenum">
              <a:rPr b="0" i="0" lang="en-US" sz="2200" u="none" cap="none" strike="noStrike">
                <a:solidFill>
                  <a:srgbClr val="000000"/>
                </a:solidFill>
                <a:latin typeface="Arial"/>
                <a:ea typeface="Arial"/>
                <a:cs typeface="Arial"/>
                <a:sym typeface="Arial"/>
              </a:rPr>
              <a:t>‹#›</a:t>
            </a:fld>
            <a:endParaRPr b="0" i="0" sz="2200" u="none" cap="none" strike="noStrike">
              <a:solidFill>
                <a:srgbClr val="000000"/>
              </a:solidFill>
              <a:latin typeface="Arial"/>
              <a:ea typeface="Arial"/>
              <a:cs typeface="Arial"/>
              <a:sym typeface="Arial"/>
            </a:endParaRPr>
          </a:p>
        </p:txBody>
      </p:sp>
      <p:sp>
        <p:nvSpPr>
          <p:cNvPr id="185" name="Google Shape;185;g1235e4ca209_0_29"/>
          <p:cNvSpPr txBox="1"/>
          <p:nvPr/>
        </p:nvSpPr>
        <p:spPr>
          <a:xfrm>
            <a:off x="2" y="9624596"/>
            <a:ext cx="5036400" cy="5700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0"/>
              </a:spcBef>
              <a:spcAft>
                <a:spcPts val="3200"/>
              </a:spcAft>
              <a:buClr>
                <a:srgbClr val="000000"/>
              </a:buClr>
              <a:buSzPts val="3600"/>
              <a:buFont typeface="Roboto"/>
              <a:buNone/>
            </a:pPr>
            <a:r>
              <a:rPr b="0" i="0" lang="en-US" sz="2200" u="none" cap="none" strike="noStrike">
                <a:solidFill>
                  <a:schemeClr val="lt1"/>
                </a:solidFill>
                <a:latin typeface="Roboto"/>
                <a:ea typeface="Roboto"/>
                <a:cs typeface="Roboto"/>
                <a:sym typeface="Roboto"/>
              </a:rPr>
              <a:t>Exploratory Data Analysis 2021</a:t>
            </a:r>
            <a:endParaRPr b="0" i="0" sz="2800" u="none" cap="none" strike="noStrike">
              <a:solidFill>
                <a:srgbClr val="000000"/>
              </a:solidFill>
              <a:latin typeface="Arial"/>
              <a:ea typeface="Arial"/>
              <a:cs typeface="Arial"/>
              <a:sym typeface="Arial"/>
            </a:endParaRPr>
          </a:p>
        </p:txBody>
      </p:sp>
      <p:sp>
        <p:nvSpPr>
          <p:cNvPr id="186" name="Google Shape;186;g1235e4ca209_0_29"/>
          <p:cNvSpPr txBox="1"/>
          <p:nvPr/>
        </p:nvSpPr>
        <p:spPr>
          <a:xfrm>
            <a:off x="1439221" y="2937131"/>
            <a:ext cx="15070800" cy="3540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1000"/>
              </a:spcBef>
              <a:spcAft>
                <a:spcPts val="0"/>
              </a:spcAft>
              <a:buNone/>
            </a:pPr>
            <a:r>
              <a:rPr lang="en-US" sz="3200">
                <a:latin typeface="Fira Sans"/>
                <a:ea typeface="Fira Sans"/>
                <a:cs typeface="Fira Sans"/>
                <a:sym typeface="Fira Sans"/>
              </a:rPr>
              <a:t>It is important to point out that there is a subtle difference between "</a:t>
            </a:r>
            <a:r>
              <a:rPr lang="en-US" sz="3200">
                <a:solidFill>
                  <a:srgbClr val="EF8600"/>
                </a:solidFill>
                <a:latin typeface="Fira Sans"/>
                <a:ea typeface="Fira Sans"/>
                <a:cs typeface="Fira Sans"/>
                <a:sym typeface="Fira Sans"/>
              </a:rPr>
              <a:t>resistance</a:t>
            </a:r>
            <a:r>
              <a:rPr lang="en-US" sz="3200">
                <a:latin typeface="Fira Sans"/>
                <a:ea typeface="Fira Sans"/>
                <a:cs typeface="Fira Sans"/>
                <a:sym typeface="Fira Sans"/>
              </a:rPr>
              <a:t>" and "</a:t>
            </a:r>
            <a:r>
              <a:rPr lang="en-US" sz="3200">
                <a:solidFill>
                  <a:srgbClr val="EF8600"/>
                </a:solidFill>
                <a:latin typeface="Fira Sans"/>
                <a:ea typeface="Fira Sans"/>
                <a:cs typeface="Fira Sans"/>
                <a:sym typeface="Fira Sans"/>
              </a:rPr>
              <a:t>robustness</a:t>
            </a:r>
            <a:r>
              <a:rPr lang="en-US" sz="3200">
                <a:latin typeface="Fira Sans"/>
                <a:ea typeface="Fira Sans"/>
                <a:cs typeface="Fira Sans"/>
                <a:sym typeface="Fira Sans"/>
              </a:rPr>
              <a:t>" though two terms are usually used interchangeably. EDA is more concerned with resistance while hypothesis testing pays more attention to robustness. Resistance is about being immune to outliers while robustness is about being immune to assumption violations. In the former, the goal is to obtain a data summary while in the latter the goal is to make a probabilistic inference.</a:t>
            </a:r>
            <a:endParaRPr sz="3200">
              <a:latin typeface="Fira Sans"/>
              <a:ea typeface="Fira Sans"/>
              <a:cs typeface="Fira Sans"/>
              <a:sym typeface="Fir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g1235e4ca209_0_6"/>
          <p:cNvPicPr preferRelativeResize="0"/>
          <p:nvPr/>
        </p:nvPicPr>
        <p:blipFill rotWithShape="1">
          <a:blip r:embed="rId3">
            <a:alphaModFix/>
          </a:blip>
          <a:srcRect b="0" l="0" r="0" t="0"/>
          <a:stretch/>
        </p:blipFill>
        <p:spPr>
          <a:xfrm>
            <a:off x="16119978" y="373306"/>
            <a:ext cx="719998" cy="719998"/>
          </a:xfrm>
          <a:prstGeom prst="rect">
            <a:avLst/>
          </a:prstGeom>
          <a:noFill/>
          <a:ln>
            <a:noFill/>
          </a:ln>
        </p:spPr>
      </p:pic>
      <p:pic>
        <p:nvPicPr>
          <p:cNvPr id="192" name="Google Shape;192;g1235e4ca209_0_6"/>
          <p:cNvPicPr preferRelativeResize="0"/>
          <p:nvPr/>
        </p:nvPicPr>
        <p:blipFill rotWithShape="1">
          <a:blip r:embed="rId4">
            <a:alphaModFix/>
          </a:blip>
          <a:srcRect b="0" l="0" r="0" t="0"/>
          <a:stretch/>
        </p:blipFill>
        <p:spPr>
          <a:xfrm>
            <a:off x="16839978" y="373306"/>
            <a:ext cx="1000000" cy="720000"/>
          </a:xfrm>
          <a:prstGeom prst="rect">
            <a:avLst/>
          </a:prstGeom>
          <a:noFill/>
          <a:ln>
            <a:noFill/>
          </a:ln>
        </p:spPr>
      </p:pic>
      <p:sp>
        <p:nvSpPr>
          <p:cNvPr id="193" name="Google Shape;193;g1235e4ca209_0_6"/>
          <p:cNvSpPr txBox="1"/>
          <p:nvPr/>
        </p:nvSpPr>
        <p:spPr>
          <a:xfrm>
            <a:off x="17100658" y="9162596"/>
            <a:ext cx="1097400" cy="787200"/>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2200"/>
              <a:buFont typeface="Arial"/>
              <a:buNone/>
            </a:pPr>
            <a:fld id="{00000000-1234-1234-1234-123412341234}" type="slidenum">
              <a:rPr b="0" i="0" lang="en-US" sz="2200" u="none" cap="none" strike="noStrike">
                <a:solidFill>
                  <a:srgbClr val="000000"/>
                </a:solidFill>
                <a:latin typeface="Arial"/>
                <a:ea typeface="Arial"/>
                <a:cs typeface="Arial"/>
                <a:sym typeface="Arial"/>
              </a:rPr>
              <a:t>‹#›</a:t>
            </a:fld>
            <a:endParaRPr b="0" i="0" sz="2200" u="none" cap="none" strike="noStrike">
              <a:solidFill>
                <a:srgbClr val="000000"/>
              </a:solidFill>
              <a:latin typeface="Arial"/>
              <a:ea typeface="Arial"/>
              <a:cs typeface="Arial"/>
              <a:sym typeface="Arial"/>
            </a:endParaRPr>
          </a:p>
        </p:txBody>
      </p:sp>
      <p:sp>
        <p:nvSpPr>
          <p:cNvPr id="194" name="Google Shape;194;g1235e4ca209_0_6"/>
          <p:cNvSpPr txBox="1"/>
          <p:nvPr/>
        </p:nvSpPr>
        <p:spPr>
          <a:xfrm>
            <a:off x="2" y="9624596"/>
            <a:ext cx="5036400" cy="570000"/>
          </a:xfrm>
          <a:prstGeom prst="rect">
            <a:avLst/>
          </a:prstGeom>
          <a:noFill/>
          <a:ln>
            <a:noFill/>
          </a:ln>
        </p:spPr>
        <p:txBody>
          <a:bodyPr anchorCtr="0" anchor="t" bIns="182850" lIns="182850" spcFirstLastPara="1" rIns="182850" wrap="square" tIns="182850">
            <a:noAutofit/>
          </a:bodyPr>
          <a:lstStyle/>
          <a:p>
            <a:pPr indent="0" lvl="0" marL="0" marR="0" rtl="0" algn="l">
              <a:lnSpc>
                <a:spcPct val="115000"/>
              </a:lnSpc>
              <a:spcBef>
                <a:spcPts val="0"/>
              </a:spcBef>
              <a:spcAft>
                <a:spcPts val="3200"/>
              </a:spcAft>
              <a:buClr>
                <a:srgbClr val="000000"/>
              </a:buClr>
              <a:buSzPts val="3600"/>
              <a:buFont typeface="Roboto"/>
              <a:buNone/>
            </a:pPr>
            <a:r>
              <a:rPr b="0" i="0" lang="en-US" sz="2200" u="none" cap="none" strike="noStrike">
                <a:solidFill>
                  <a:schemeClr val="lt1"/>
                </a:solidFill>
                <a:latin typeface="Roboto"/>
                <a:ea typeface="Roboto"/>
                <a:cs typeface="Roboto"/>
                <a:sym typeface="Roboto"/>
              </a:rPr>
              <a:t>Exploratory Data Analysis 2021</a:t>
            </a:r>
            <a:endParaRPr b="0" i="0" sz="2800" u="none" cap="none" strike="noStrike">
              <a:solidFill>
                <a:srgbClr val="000000"/>
              </a:solidFill>
              <a:latin typeface="Arial"/>
              <a:ea typeface="Arial"/>
              <a:cs typeface="Arial"/>
              <a:sym typeface="Arial"/>
            </a:endParaRPr>
          </a:p>
        </p:txBody>
      </p:sp>
      <p:sp>
        <p:nvSpPr>
          <p:cNvPr id="195" name="Google Shape;195;g1235e4ca209_0_6"/>
          <p:cNvSpPr txBox="1"/>
          <p:nvPr/>
        </p:nvSpPr>
        <p:spPr>
          <a:xfrm>
            <a:off x="848025" y="885000"/>
            <a:ext cx="15992100" cy="1012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lang="en-US" sz="4200">
                <a:solidFill>
                  <a:srgbClr val="EF8600"/>
                </a:solidFill>
                <a:latin typeface="Fira Sans Medium"/>
                <a:ea typeface="Fira Sans Medium"/>
                <a:cs typeface="Fira Sans Medium"/>
                <a:sym typeface="Fira Sans Medium"/>
              </a:rPr>
              <a:t>Steps</a:t>
            </a:r>
            <a:endParaRPr b="0" i="0" sz="4200" u="none" cap="none" strike="noStrike">
              <a:solidFill>
                <a:srgbClr val="EF8600"/>
              </a:solidFill>
              <a:latin typeface="Fira Sans Medium"/>
              <a:ea typeface="Fira Sans Medium"/>
              <a:cs typeface="Fira Sans Medium"/>
              <a:sym typeface="Fira Sans Medium"/>
            </a:endParaRPr>
          </a:p>
        </p:txBody>
      </p:sp>
      <p:sp>
        <p:nvSpPr>
          <p:cNvPr id="196" name="Google Shape;196;g1235e4ca209_0_6"/>
          <p:cNvSpPr txBox="1"/>
          <p:nvPr/>
        </p:nvSpPr>
        <p:spPr>
          <a:xfrm>
            <a:off x="1308596" y="2153356"/>
            <a:ext cx="15070800" cy="6254400"/>
          </a:xfrm>
          <a:prstGeom prst="rect">
            <a:avLst/>
          </a:prstGeom>
          <a:noFill/>
          <a:ln>
            <a:noFill/>
          </a:ln>
        </p:spPr>
        <p:txBody>
          <a:bodyPr anchorCtr="0" anchor="t" bIns="45700" lIns="91425" spcFirstLastPara="1" rIns="91425" wrap="square" tIns="45700">
            <a:spAutoFit/>
          </a:bodyPr>
          <a:lstStyle/>
          <a:p>
            <a:pPr indent="-317500" lvl="0" marL="269989" marR="0" rtl="0" algn="just">
              <a:lnSpc>
                <a:spcPct val="100000"/>
              </a:lnSpc>
              <a:spcBef>
                <a:spcPts val="0"/>
              </a:spcBef>
              <a:spcAft>
                <a:spcPts val="0"/>
              </a:spcAft>
              <a:buClr>
                <a:srgbClr val="000000"/>
              </a:buClr>
              <a:buSzPts val="2800"/>
              <a:buFont typeface="Arial"/>
              <a:buAutoNum type="arabicPeriod"/>
            </a:pPr>
            <a:r>
              <a:rPr b="0" i="0" lang="en-US" sz="2800" u="none" cap="none" strike="noStrike">
                <a:solidFill>
                  <a:srgbClr val="000000"/>
                </a:solidFill>
                <a:latin typeface="Fira Sans"/>
                <a:ea typeface="Fira Sans"/>
                <a:cs typeface="Fira Sans"/>
                <a:sym typeface="Fira Sans"/>
              </a:rPr>
              <a:t>Sort the data (xi, yi) based xi from smallest to largest.</a:t>
            </a:r>
            <a:endParaRPr sz="2800"/>
          </a:p>
          <a:p>
            <a:pPr indent="-317500" lvl="0" marL="269989" marR="0" rtl="0" algn="just">
              <a:lnSpc>
                <a:spcPct val="100000"/>
              </a:lnSpc>
              <a:spcBef>
                <a:spcPts val="0"/>
              </a:spcBef>
              <a:spcAft>
                <a:spcPts val="0"/>
              </a:spcAft>
              <a:buClr>
                <a:srgbClr val="000000"/>
              </a:buClr>
              <a:buSzPts val="2800"/>
              <a:buFont typeface="Arial"/>
              <a:buAutoNum type="arabicPeriod"/>
            </a:pPr>
            <a:r>
              <a:rPr b="0" i="0" lang="en-US" sz="2800" u="none" cap="none" strike="noStrike">
                <a:solidFill>
                  <a:srgbClr val="000000"/>
                </a:solidFill>
                <a:latin typeface="Fira Sans"/>
                <a:ea typeface="Fira Sans"/>
                <a:cs typeface="Fira Sans"/>
                <a:sym typeface="Fira Sans"/>
              </a:rPr>
              <a:t>Break the data list into three equal parts without breaking up data groups of equal x values. Include at least ⅓ of the points in the lower and upper groups. The remaining ⅓ is put into the center group.</a:t>
            </a:r>
            <a:endParaRPr sz="2800"/>
          </a:p>
          <a:p>
            <a:pPr indent="-317500" lvl="0" marL="269989" marR="0" rtl="0" algn="just">
              <a:lnSpc>
                <a:spcPct val="100000"/>
              </a:lnSpc>
              <a:spcBef>
                <a:spcPts val="0"/>
              </a:spcBef>
              <a:spcAft>
                <a:spcPts val="0"/>
              </a:spcAft>
              <a:buClr>
                <a:srgbClr val="000000"/>
              </a:buClr>
              <a:buSzPts val="2800"/>
              <a:buFont typeface="Arial"/>
              <a:buAutoNum type="arabicPeriod"/>
            </a:pPr>
            <a:r>
              <a:rPr b="0" i="0" lang="en-US" sz="2800" u="none" cap="none" strike="noStrike">
                <a:solidFill>
                  <a:srgbClr val="000000"/>
                </a:solidFill>
                <a:latin typeface="Fira Sans"/>
                <a:ea typeface="Fira Sans"/>
                <a:cs typeface="Fira Sans"/>
                <a:sym typeface="Fira Sans"/>
              </a:rPr>
              <a:t>Make a summary point, with simply the median off all x’s and y’s in that part. Call the summary points (x1, y1), (x2, y2), and (x3, y3).</a:t>
            </a:r>
            <a:endParaRPr sz="2800"/>
          </a:p>
          <a:p>
            <a:pPr indent="-317500" lvl="0" marL="269989" marR="0" rtl="0" algn="just">
              <a:lnSpc>
                <a:spcPct val="100000"/>
              </a:lnSpc>
              <a:spcBef>
                <a:spcPts val="0"/>
              </a:spcBef>
              <a:spcAft>
                <a:spcPts val="0"/>
              </a:spcAft>
              <a:buClr>
                <a:srgbClr val="000000"/>
              </a:buClr>
              <a:buSzPts val="2800"/>
              <a:buFont typeface="Arial"/>
              <a:buAutoNum type="arabicPeriod"/>
            </a:pPr>
            <a:r>
              <a:rPr b="0" i="0" lang="en-US" sz="2800" u="none" cap="none" strike="noStrike">
                <a:solidFill>
                  <a:srgbClr val="000000"/>
                </a:solidFill>
                <a:latin typeface="Fira Sans"/>
                <a:ea typeface="Fira Sans"/>
                <a:cs typeface="Fira Sans"/>
                <a:sym typeface="Fira Sans"/>
              </a:rPr>
              <a:t>The median line will be parallel to the line going through the points (x1, y1) and (x3, y3).</a:t>
            </a:r>
            <a:endParaRPr sz="2800"/>
          </a:p>
          <a:p>
            <a:pPr indent="0" lvl="0" marL="449999" marR="0" rtl="0" algn="just">
              <a:lnSpc>
                <a:spcPct val="100000"/>
              </a:lnSpc>
              <a:spcBef>
                <a:spcPts val="0"/>
              </a:spcBef>
              <a:spcAft>
                <a:spcPts val="0"/>
              </a:spcAft>
              <a:buNone/>
            </a:pPr>
            <a:r>
              <a:rPr b="0" i="0" lang="en-US" sz="2800" u="none" cap="none" strike="noStrike">
                <a:solidFill>
                  <a:srgbClr val="000000"/>
                </a:solidFill>
                <a:latin typeface="Fira Sans"/>
                <a:ea typeface="Fira Sans"/>
                <a:cs typeface="Fira Sans"/>
                <a:sym typeface="Fira Sans"/>
              </a:rPr>
              <a:t>b = (y3 - y1) / ((x3 - x1)</a:t>
            </a:r>
            <a:endParaRPr b="0" i="0" sz="2800" u="none" cap="none" strike="noStrike">
              <a:solidFill>
                <a:srgbClr val="000000"/>
              </a:solidFill>
              <a:latin typeface="Fira Sans"/>
              <a:ea typeface="Fira Sans"/>
              <a:cs typeface="Fira Sans"/>
              <a:sym typeface="Fira Sans"/>
            </a:endParaRPr>
          </a:p>
          <a:p>
            <a:pPr indent="0" lvl="0" marL="449999" marR="0" rtl="0" algn="just">
              <a:lnSpc>
                <a:spcPct val="100000"/>
              </a:lnSpc>
              <a:spcBef>
                <a:spcPts val="0"/>
              </a:spcBef>
              <a:spcAft>
                <a:spcPts val="0"/>
              </a:spcAft>
              <a:buNone/>
            </a:pPr>
            <a:r>
              <a:rPr b="0" i="0" lang="en-US" sz="2800" u="none" cap="none" strike="noStrike">
                <a:solidFill>
                  <a:srgbClr val="000000"/>
                </a:solidFill>
                <a:latin typeface="Fira Sans"/>
                <a:ea typeface="Fira Sans"/>
                <a:cs typeface="Fira Sans"/>
                <a:sym typeface="Fira Sans"/>
              </a:rPr>
              <a:t>and ⅓ the distance between the line through the two summary points and parallel line going through tehe second summary point (x2, y2).</a:t>
            </a:r>
            <a:endParaRPr b="0" i="0" sz="2800" u="none" cap="none" strike="noStrike">
              <a:solidFill>
                <a:srgbClr val="000000"/>
              </a:solidFill>
              <a:latin typeface="Fira Sans"/>
              <a:ea typeface="Fira Sans"/>
              <a:cs typeface="Fira Sans"/>
              <a:sym typeface="Fira Sans"/>
            </a:endParaRPr>
          </a:p>
          <a:p>
            <a:pPr indent="0" lvl="0" marL="449999" marR="0" rtl="0" algn="just">
              <a:lnSpc>
                <a:spcPct val="100000"/>
              </a:lnSpc>
              <a:spcBef>
                <a:spcPts val="0"/>
              </a:spcBef>
              <a:spcAft>
                <a:spcPts val="0"/>
              </a:spcAft>
              <a:buNone/>
            </a:pPr>
            <a:r>
              <a:rPr b="0" i="0" lang="en-US" sz="2800" u="none" cap="none" strike="noStrike">
                <a:solidFill>
                  <a:srgbClr val="000000"/>
                </a:solidFill>
                <a:latin typeface="Fira Sans"/>
                <a:ea typeface="Fira Sans"/>
                <a:cs typeface="Fira Sans"/>
                <a:sym typeface="Fira Sans"/>
              </a:rPr>
              <a:t>a = [(y1 + y2 + y3) - b (x1 + x2 + x3)] / 3</a:t>
            </a:r>
            <a:endParaRPr b="0" i="0" sz="2800" u="none" cap="none" strike="noStrike">
              <a:solidFill>
                <a:srgbClr val="000000"/>
              </a:solidFill>
              <a:latin typeface="Fira Sans"/>
              <a:ea typeface="Fira Sans"/>
              <a:cs typeface="Fira Sans"/>
              <a:sym typeface="Fira Sans"/>
            </a:endParaRPr>
          </a:p>
          <a:p>
            <a:pPr indent="-317500" lvl="0" marL="269989" marR="0" rtl="0" algn="just">
              <a:lnSpc>
                <a:spcPct val="100000"/>
              </a:lnSpc>
              <a:spcBef>
                <a:spcPts val="0"/>
              </a:spcBef>
              <a:spcAft>
                <a:spcPts val="0"/>
              </a:spcAft>
              <a:buClr>
                <a:srgbClr val="000000"/>
              </a:buClr>
              <a:buSzPts val="2800"/>
              <a:buFont typeface="Arial"/>
              <a:buAutoNum type="arabicPeriod" startAt="5"/>
            </a:pPr>
            <a:r>
              <a:rPr b="0" i="0" lang="en-US" sz="2800" u="none" cap="none" strike="noStrike">
                <a:solidFill>
                  <a:srgbClr val="000000"/>
                </a:solidFill>
                <a:latin typeface="Fira Sans"/>
                <a:ea typeface="Fira Sans"/>
                <a:cs typeface="Fira Sans"/>
                <a:sym typeface="Fira Sans"/>
              </a:rPr>
              <a:t>Determine the lower half slope, bL = (y2 - y1) / (x2 - x1)</a:t>
            </a:r>
            <a:endParaRPr sz="2800"/>
          </a:p>
          <a:p>
            <a:pPr indent="-317500" lvl="0" marL="269989" marR="0" rtl="0" algn="just">
              <a:lnSpc>
                <a:spcPct val="100000"/>
              </a:lnSpc>
              <a:spcBef>
                <a:spcPts val="0"/>
              </a:spcBef>
              <a:spcAft>
                <a:spcPts val="0"/>
              </a:spcAft>
              <a:buClr>
                <a:srgbClr val="000000"/>
              </a:buClr>
              <a:buSzPts val="2800"/>
              <a:buFont typeface="Arial"/>
              <a:buAutoNum type="arabicPeriod" startAt="5"/>
            </a:pPr>
            <a:r>
              <a:rPr b="0" i="0" lang="en-US" sz="2800" u="none" cap="none" strike="noStrike">
                <a:solidFill>
                  <a:srgbClr val="000000"/>
                </a:solidFill>
                <a:latin typeface="Fira Sans"/>
                <a:ea typeface="Fira Sans"/>
                <a:cs typeface="Fira Sans"/>
                <a:sym typeface="Fira Sans"/>
              </a:rPr>
              <a:t>Determine the upper half slope, bU =  (y3 - y2) / (x3 - x2)</a:t>
            </a:r>
            <a:endParaRPr sz="2800"/>
          </a:p>
          <a:p>
            <a:pPr indent="-317500" lvl="0" marL="269989" marR="0" rtl="0" algn="just">
              <a:lnSpc>
                <a:spcPct val="100000"/>
              </a:lnSpc>
              <a:spcBef>
                <a:spcPts val="1000"/>
              </a:spcBef>
              <a:spcAft>
                <a:spcPts val="0"/>
              </a:spcAft>
              <a:buClr>
                <a:srgbClr val="000000"/>
              </a:buClr>
              <a:buSzPts val="2800"/>
              <a:buFont typeface="Arial"/>
              <a:buAutoNum type="arabicPeriod" startAt="5"/>
            </a:pPr>
            <a:r>
              <a:rPr b="0" i="0" lang="en-US" sz="2800" u="none" cap="none" strike="noStrike">
                <a:solidFill>
                  <a:srgbClr val="000000"/>
                </a:solidFill>
                <a:latin typeface="Fira Sans"/>
                <a:ea typeface="Fira Sans"/>
                <a:cs typeface="Fira Sans"/>
                <a:sym typeface="Fira Sans"/>
              </a:rPr>
              <a:t>Determine the ratio, Ratio = bU / bL</a:t>
            </a:r>
            <a:endParaRPr b="0" i="0" sz="2800" u="none" cap="none" strike="noStrike">
              <a:solidFill>
                <a:srgbClr val="000000"/>
              </a:solidFill>
              <a:latin typeface="Fira Sans"/>
              <a:ea typeface="Fira Sans"/>
              <a:cs typeface="Fira Sans"/>
              <a:sym typeface="Fir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123a7393793_0_0"/>
          <p:cNvSpPr txBox="1"/>
          <p:nvPr/>
        </p:nvSpPr>
        <p:spPr>
          <a:xfrm>
            <a:off x="1222948" y="4025445"/>
            <a:ext cx="15842100" cy="981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lang="en-US" sz="11400">
                <a:latin typeface="Fira Sans Medium"/>
                <a:ea typeface="Fira Sans Medium"/>
                <a:cs typeface="Fira Sans Medium"/>
                <a:sym typeface="Fira Sans Medium"/>
              </a:rPr>
              <a:t>Thank you!</a:t>
            </a:r>
            <a:endParaRPr b="0" i="0" sz="11400" u="none" cap="none" strike="noStrike">
              <a:solidFill>
                <a:srgbClr val="000000"/>
              </a:solidFill>
              <a:latin typeface="Fira Sans Medium"/>
              <a:ea typeface="Fira Sans Medium"/>
              <a:cs typeface="Fira Sans Medium"/>
              <a:sym typeface="Fira Sans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g11af1599591_0_0"/>
          <p:cNvPicPr preferRelativeResize="0"/>
          <p:nvPr/>
        </p:nvPicPr>
        <p:blipFill>
          <a:blip r:embed="rId3">
            <a:alphaModFix/>
          </a:blip>
          <a:stretch>
            <a:fillRect/>
          </a:stretch>
        </p:blipFill>
        <p:spPr>
          <a:xfrm>
            <a:off x="6078538" y="106138"/>
            <a:ext cx="6130924" cy="100747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nology Infographics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